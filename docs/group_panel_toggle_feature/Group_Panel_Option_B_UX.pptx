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Three UX designs for the same job: get the 140 px group column out of the way so the canvas gets the room, with the control located on the column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layer panel is two columns: the layer list and the group column. The group column is exactly 140 px and the splitter between them is disabled in code. Users who rarely use groups lose that width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rules are identical across B1, B2 and B3, so the chapters only cover what differs: the control, the states, and the interaction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pin is the only new visible element and it is deliberately quiet. Corner placement follows Visual Studio and JetBrains tool windows, where the pin sits in the panel header; here it sits at the bottom because the top of the column is the Create Group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Auto-hide and peek are the same stored state; peek is a transient overlay. Only pinned vs auto-hide is persisted.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cover the whole loop. The hover delay in step 3 is the important number: without it, a mouse travelling to the vertical scrollbar of the layer list would flash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overlay is the piece that needs the most care in Qt: it is a top-level child widget of the main window positioned over the canvas, shown and hidden with a QPropertyAnimation on its x position and two QTimers for the hover delays.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Finder / Explorer / IDE sidebar pattern. The code already has a QSplitter here; it is just disabled. B2 turns it on and puts a tab on its handle.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Dragging is the bonus B2 gives for free: the app has never let anyone widen the group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risk in B2 is the compact-width arithmetic in the layer panel, which assumes the group column is exactly 140. Making it read the live width is a contained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trades some canvas width for a collapsed state that is still useful. It is the browser-sidebar or Slack-workspace-rail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F21"/>
        </a:solidFill>
      </p:bgPr>
    </p:bg>
    <p:spTree>
      <p:nvGrpSpPr>
        <p:cNvPr id="1" name=""/>
        <p:cNvGrpSpPr/>
        <p:nvPr/>
      </p:nvGrpSpPr>
      <p:grpSpPr>
        <a:xfrm>
          <a:off x="0" y="0"/>
          <a:ext cx="0" cy="0"/>
          <a:chOff x="0" y="0"/>
          <a:chExt cx="0" cy="0"/>
        </a:xfrm>
      </p:grpSpPr>
      <p:sp>
        <p:nvSpPr>
          <p:cNvPr id="2" name="Text 0"/>
          <p:cNvSpPr txBox="1"/>
          <p:nvPr/>
        </p:nvSpPr>
        <p:spPr>
          <a:xfrm>
            <a:off x="731520" y="2011680"/>
            <a:ext cx="9144000" cy="274320"/>
          </a:xfrm>
          <a:prstGeom prst="rect">
            <a:avLst/>
          </a:prstGeom>
          <a:noFill/>
          <a:ln/>
        </p:spPr>
        <p:txBody>
          <a:bodyPr wrap="square" lIns="0" tIns="0" rIns="0" bIns="0" rtlCol="0" anchor="ctr"/>
          <a:lstStyle/>
          <a:p>
            <a:pPr indent="0" marL="0">
              <a:buNone/>
            </a:pPr>
            <a:r>
              <a:rPr lang="en-US" sz="1100" b="1" spc="300" kern="0" dirty="0">
                <a:solidFill>
                  <a:srgbClr val="A34D92"/>
                </a:solidFill>
                <a:latin typeface="Calibri" pitchFamily="34" charset="0"/>
                <a:ea typeface="Calibri" pitchFamily="34" charset="-122"/>
                <a:cs typeface="Calibri" pitchFamily="34" charset="-120"/>
              </a:rPr>
              <a:t>OPENSTRANDSTUDIO · LAYER PANEL</a:t>
            </a:r>
            <a:endParaRPr lang="en-US" sz="1100" dirty="0"/>
          </a:p>
        </p:txBody>
      </p:sp>
      <p:sp>
        <p:nvSpPr>
          <p:cNvPr id="3" name="Text 1"/>
          <p:cNvSpPr txBox="1"/>
          <p:nvPr/>
        </p:nvSpPr>
        <p:spPr>
          <a:xfrm>
            <a:off x="731520" y="2377440"/>
            <a:ext cx="10515600" cy="146304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Hiding the group panel</a:t>
            </a:r>
            <a:endParaRPr lang="en-US" sz="4400" dirty="0"/>
          </a:p>
        </p:txBody>
      </p:sp>
      <p:sp>
        <p:nvSpPr>
          <p:cNvPr id="4" name="Text 2"/>
          <p:cNvSpPr txBox="1"/>
          <p:nvPr/>
        </p:nvSpPr>
        <p:spPr>
          <a:xfrm>
            <a:off x="731520" y="3931920"/>
            <a:ext cx="9601200" cy="1097280"/>
          </a:xfrm>
          <a:prstGeom prst="rect">
            <a:avLst/>
          </a:prstGeom>
          <a:noFill/>
          <a:ln/>
        </p:spPr>
        <p:txBody>
          <a:bodyPr wrap="square" lIns="0" tIns="0" rIns="0" bIns="0" rtlCol="0" anchor="t"/>
          <a:lstStyle/>
          <a:p>
            <a:pPr indent="0" marL="0">
              <a:buNone/>
            </a:pPr>
            <a:r>
              <a:rPr lang="en-US" sz="1600" dirty="0">
                <a:solidFill>
                  <a:srgbClr val="CFCBC3"/>
                </a:solidFill>
                <a:latin typeface="Calibri" pitchFamily="34" charset="0"/>
                <a:ea typeface="Calibri" pitchFamily="34" charset="-122"/>
                <a:cs typeface="Calibri" pitchFamily="34" charset="-120"/>
              </a:rPr>
              <a:t>Option B in three flavors: the control lives on the group column itself.</a:t>
            </a:r>
            <a:endParaRPr lang="en-US" sz="1600" dirty="0"/>
          </a:p>
          <a:p>
            <a:pPr indent="0" marL="0">
              <a:buNone/>
            </a:pPr>
            <a:r>
              <a:rPr lang="en-US" sz="1600" dirty="0">
                <a:solidFill>
                  <a:srgbClr val="CFCBC3"/>
                </a:solidFill>
                <a:latin typeface="Calibri" pitchFamily="34" charset="0"/>
                <a:ea typeface="Calibri" pitchFamily="34" charset="-122"/>
                <a:cs typeface="Calibri" pitchFamily="34" charset="-120"/>
              </a:rPr>
              <a:t>Chapter 1  B1 hover pin with peek  ·  Chapter 2  B2 divider tab  ·  Chapter 3  B3 icon rail</a:t>
            </a:r>
            <a:endParaRPr lang="en-US" sz="1600" dirty="0"/>
          </a:p>
        </p:txBody>
      </p:sp>
      <p:sp>
        <p:nvSpPr>
          <p:cNvPr id="5" name="Shape 3"/>
          <p:cNvSpPr/>
          <p:nvPr/>
        </p:nvSpPr>
        <p:spPr>
          <a:xfrm>
            <a:off x="7498080" y="4754880"/>
            <a:ext cx="4023360" cy="1682496"/>
          </a:xfrm>
          <a:prstGeom prst="rect">
            <a:avLst/>
          </a:prstGeom>
          <a:solidFill>
            <a:srgbClr val="EBEBEB"/>
          </a:solidFill>
          <a:ln w="9525">
            <a:solidFill>
              <a:srgbClr val="B9B6B0"/>
            </a:solidFill>
            <a:prstDash val="solid"/>
          </a:ln>
        </p:spPr>
      </p:sp>
      <p:sp>
        <p:nvSpPr>
          <p:cNvPr id="6" name="Shape 4"/>
          <p:cNvSpPr/>
          <p:nvPr/>
        </p:nvSpPr>
        <p:spPr>
          <a:xfrm>
            <a:off x="7527341" y="4776826"/>
            <a:ext cx="151268" cy="87782"/>
          </a:xfrm>
          <a:prstGeom prst="rect">
            <a:avLst/>
          </a:prstGeom>
          <a:solidFill>
            <a:srgbClr val="D3D3D3"/>
          </a:solidFill>
          <a:ln w="12700">
            <a:solidFill>
              <a:srgbClr val="D3D3D3"/>
            </a:solidFill>
            <a:prstDash val="solid"/>
          </a:ln>
        </p:spPr>
      </p:sp>
      <p:sp>
        <p:nvSpPr>
          <p:cNvPr id="7" name="Shape 5"/>
          <p:cNvSpPr/>
          <p:nvPr/>
        </p:nvSpPr>
        <p:spPr>
          <a:xfrm>
            <a:off x="7696897" y="4776826"/>
            <a:ext cx="151268" cy="87782"/>
          </a:xfrm>
          <a:prstGeom prst="rect">
            <a:avLst/>
          </a:prstGeom>
          <a:solidFill>
            <a:srgbClr val="1B9E9E"/>
          </a:solidFill>
          <a:ln w="12700">
            <a:solidFill>
              <a:srgbClr val="1B9E9E"/>
            </a:solidFill>
            <a:prstDash val="solid"/>
          </a:ln>
        </p:spPr>
      </p:sp>
      <p:sp>
        <p:nvSpPr>
          <p:cNvPr id="8" name="Shape 6"/>
          <p:cNvSpPr/>
          <p:nvPr/>
        </p:nvSpPr>
        <p:spPr>
          <a:xfrm>
            <a:off x="7866453" y="4776826"/>
            <a:ext cx="151268" cy="87782"/>
          </a:xfrm>
          <a:prstGeom prst="rect">
            <a:avLst/>
          </a:prstGeom>
          <a:solidFill>
            <a:srgbClr val="F5C400"/>
          </a:solidFill>
          <a:ln w="12700">
            <a:solidFill>
              <a:srgbClr val="F5C400"/>
            </a:solidFill>
            <a:prstDash val="solid"/>
          </a:ln>
        </p:spPr>
      </p:sp>
      <p:sp>
        <p:nvSpPr>
          <p:cNvPr id="9" name="Shape 7"/>
          <p:cNvSpPr/>
          <p:nvPr/>
        </p:nvSpPr>
        <p:spPr>
          <a:xfrm>
            <a:off x="8036008" y="4776826"/>
            <a:ext cx="151268" cy="87782"/>
          </a:xfrm>
          <a:prstGeom prst="rect">
            <a:avLst/>
          </a:prstGeom>
          <a:solidFill>
            <a:srgbClr val="7B4A9E"/>
          </a:solidFill>
          <a:ln w="12700">
            <a:solidFill>
              <a:srgbClr val="7B4A9E"/>
            </a:solidFill>
            <a:prstDash val="solid"/>
          </a:ln>
        </p:spPr>
      </p:sp>
      <p:sp>
        <p:nvSpPr>
          <p:cNvPr id="10" name="Shape 8"/>
          <p:cNvSpPr/>
          <p:nvPr/>
        </p:nvSpPr>
        <p:spPr>
          <a:xfrm>
            <a:off x="8205564" y="4776826"/>
            <a:ext cx="151268" cy="87782"/>
          </a:xfrm>
          <a:prstGeom prst="rect">
            <a:avLst/>
          </a:prstGeom>
          <a:solidFill>
            <a:srgbClr val="E0640E"/>
          </a:solidFill>
          <a:ln w="12700">
            <a:solidFill>
              <a:srgbClr val="E0640E"/>
            </a:solidFill>
            <a:prstDash val="solid"/>
          </a:ln>
        </p:spPr>
      </p:sp>
      <p:sp>
        <p:nvSpPr>
          <p:cNvPr id="11" name="Shape 9"/>
          <p:cNvSpPr/>
          <p:nvPr/>
        </p:nvSpPr>
        <p:spPr>
          <a:xfrm>
            <a:off x="8375120" y="4776826"/>
            <a:ext cx="151268" cy="87782"/>
          </a:xfrm>
          <a:prstGeom prst="rect">
            <a:avLst/>
          </a:prstGeom>
          <a:solidFill>
            <a:srgbClr val="3A8CD8"/>
          </a:solidFill>
          <a:ln w="12700">
            <a:solidFill>
              <a:srgbClr val="3A8CD8"/>
            </a:solidFill>
            <a:prstDash val="solid"/>
          </a:ln>
        </p:spPr>
      </p:sp>
      <p:sp>
        <p:nvSpPr>
          <p:cNvPr id="12" name="Shape 10"/>
          <p:cNvSpPr/>
          <p:nvPr/>
        </p:nvSpPr>
        <p:spPr>
          <a:xfrm>
            <a:off x="8544676" y="4776826"/>
            <a:ext cx="151268" cy="87782"/>
          </a:xfrm>
          <a:prstGeom prst="rect">
            <a:avLst/>
          </a:prstGeom>
          <a:solidFill>
            <a:srgbClr val="E84A46"/>
          </a:solidFill>
          <a:ln w="12700">
            <a:solidFill>
              <a:srgbClr val="E84A46"/>
            </a:solidFill>
            <a:prstDash val="solid"/>
          </a:ln>
        </p:spPr>
      </p:sp>
      <p:sp>
        <p:nvSpPr>
          <p:cNvPr id="13" name="Shape 11"/>
          <p:cNvSpPr/>
          <p:nvPr/>
        </p:nvSpPr>
        <p:spPr>
          <a:xfrm>
            <a:off x="8714232" y="4776826"/>
            <a:ext cx="151268" cy="87782"/>
          </a:xfrm>
          <a:prstGeom prst="rect">
            <a:avLst/>
          </a:prstGeom>
          <a:solidFill>
            <a:srgbClr val="C7A7E8"/>
          </a:solidFill>
          <a:ln w="12700">
            <a:solidFill>
              <a:srgbClr val="C7A7E8"/>
            </a:solidFill>
            <a:prstDash val="solid"/>
          </a:ln>
        </p:spPr>
      </p:sp>
      <p:sp>
        <p:nvSpPr>
          <p:cNvPr id="14" name="Shape 12"/>
          <p:cNvSpPr/>
          <p:nvPr/>
        </p:nvSpPr>
        <p:spPr>
          <a:xfrm>
            <a:off x="8883788" y="4776826"/>
            <a:ext cx="151268" cy="87782"/>
          </a:xfrm>
          <a:prstGeom prst="rect">
            <a:avLst/>
          </a:prstGeom>
          <a:solidFill>
            <a:srgbClr val="F27EAE"/>
          </a:solidFill>
          <a:ln w="12700">
            <a:solidFill>
              <a:srgbClr val="F27EAE"/>
            </a:solidFill>
            <a:prstDash val="solid"/>
          </a:ln>
        </p:spPr>
      </p:sp>
      <p:sp>
        <p:nvSpPr>
          <p:cNvPr id="15" name="Shape 13"/>
          <p:cNvSpPr/>
          <p:nvPr/>
        </p:nvSpPr>
        <p:spPr>
          <a:xfrm>
            <a:off x="9053344" y="4776826"/>
            <a:ext cx="151268" cy="87782"/>
          </a:xfrm>
          <a:prstGeom prst="rect">
            <a:avLst/>
          </a:prstGeom>
          <a:solidFill>
            <a:srgbClr val="B58B7A"/>
          </a:solidFill>
          <a:ln w="12700">
            <a:solidFill>
              <a:srgbClr val="B58B7A"/>
            </a:solidFill>
            <a:prstDash val="solid"/>
          </a:ln>
        </p:spPr>
      </p:sp>
      <p:sp>
        <p:nvSpPr>
          <p:cNvPr id="16" name="Shape 14"/>
          <p:cNvSpPr/>
          <p:nvPr/>
        </p:nvSpPr>
        <p:spPr>
          <a:xfrm>
            <a:off x="9222900" y="4776826"/>
            <a:ext cx="151268" cy="87782"/>
          </a:xfrm>
          <a:prstGeom prst="rect">
            <a:avLst/>
          </a:prstGeom>
          <a:solidFill>
            <a:srgbClr val="A0475F"/>
          </a:solidFill>
          <a:ln w="12700">
            <a:solidFill>
              <a:srgbClr val="A0475F"/>
            </a:solidFill>
            <a:prstDash val="solid"/>
          </a:ln>
        </p:spPr>
      </p:sp>
      <p:sp>
        <p:nvSpPr>
          <p:cNvPr id="17" name="Shape 15"/>
          <p:cNvSpPr/>
          <p:nvPr/>
        </p:nvSpPr>
        <p:spPr>
          <a:xfrm>
            <a:off x="9392456" y="4776826"/>
            <a:ext cx="151268" cy="87782"/>
          </a:xfrm>
          <a:prstGeom prst="rect">
            <a:avLst/>
          </a:prstGeom>
          <a:solidFill>
            <a:srgbClr val="4BB543"/>
          </a:solidFill>
          <a:ln w="12700">
            <a:solidFill>
              <a:srgbClr val="4BB543"/>
            </a:solidFill>
            <a:prstDash val="solid"/>
          </a:ln>
        </p:spPr>
      </p:sp>
      <p:sp>
        <p:nvSpPr>
          <p:cNvPr id="18" name="Shape 16"/>
          <p:cNvSpPr/>
          <p:nvPr/>
        </p:nvSpPr>
        <p:spPr>
          <a:xfrm>
            <a:off x="9562011" y="4776826"/>
            <a:ext cx="151268" cy="87782"/>
          </a:xfrm>
          <a:prstGeom prst="rect">
            <a:avLst/>
          </a:prstGeom>
          <a:solidFill>
            <a:srgbClr val="B8BABB"/>
          </a:solidFill>
          <a:ln w="12700">
            <a:solidFill>
              <a:srgbClr val="B8BABB"/>
            </a:solidFill>
            <a:prstDash val="solid"/>
          </a:ln>
        </p:spPr>
      </p:sp>
      <p:sp>
        <p:nvSpPr>
          <p:cNvPr id="19" name="Shape 17"/>
          <p:cNvSpPr/>
          <p:nvPr/>
        </p:nvSpPr>
        <p:spPr>
          <a:xfrm>
            <a:off x="9731567" y="4776826"/>
            <a:ext cx="151268" cy="87782"/>
          </a:xfrm>
          <a:prstGeom prst="rect">
            <a:avLst/>
          </a:prstGeom>
          <a:solidFill>
            <a:srgbClr val="A34D92"/>
          </a:solidFill>
          <a:ln w="12700">
            <a:solidFill>
              <a:srgbClr val="A34D92"/>
            </a:solidFill>
            <a:prstDash val="solid"/>
          </a:ln>
        </p:spPr>
      </p:sp>
      <p:sp>
        <p:nvSpPr>
          <p:cNvPr id="20" name="Shape 18"/>
          <p:cNvSpPr/>
          <p:nvPr/>
        </p:nvSpPr>
        <p:spPr>
          <a:xfrm>
            <a:off x="9934042" y="4776826"/>
            <a:ext cx="182880" cy="87782"/>
          </a:xfrm>
          <a:prstGeom prst="rect">
            <a:avLst/>
          </a:prstGeom>
          <a:solidFill>
            <a:srgbClr val="F5C400"/>
          </a:solidFill>
          <a:ln w="12700">
            <a:solidFill>
              <a:srgbClr val="F5C400"/>
            </a:solidFill>
            <a:prstDash val="solid"/>
          </a:ln>
        </p:spPr>
      </p:sp>
      <p:sp>
        <p:nvSpPr>
          <p:cNvPr id="21" name="Shape 19"/>
          <p:cNvSpPr/>
          <p:nvPr/>
        </p:nvSpPr>
        <p:spPr>
          <a:xfrm>
            <a:off x="10131552" y="4776826"/>
            <a:ext cx="87782" cy="87782"/>
          </a:xfrm>
          <a:prstGeom prst="rect">
            <a:avLst/>
          </a:prstGeom>
          <a:solidFill>
            <a:srgbClr val="D0D0D0"/>
          </a:solidFill>
          <a:ln w="12700">
            <a:solidFill>
              <a:srgbClr val="D0D0D0"/>
            </a:solidFill>
            <a:prstDash val="solid"/>
          </a:ln>
        </p:spPr>
      </p:sp>
      <p:sp>
        <p:nvSpPr>
          <p:cNvPr id="22" name="Shape 20"/>
          <p:cNvSpPr/>
          <p:nvPr/>
        </p:nvSpPr>
        <p:spPr>
          <a:xfrm>
            <a:off x="7600493" y="4886554"/>
            <a:ext cx="3658" cy="1550822"/>
          </a:xfrm>
          <a:prstGeom prst="rect">
            <a:avLst/>
          </a:prstGeom>
          <a:solidFill>
            <a:srgbClr val="DADADA"/>
          </a:solidFill>
          <a:ln w="12700">
            <a:solidFill>
              <a:srgbClr val="DADADA"/>
            </a:solidFill>
            <a:prstDash val="solid"/>
          </a:ln>
        </p:spPr>
      </p:sp>
      <p:sp>
        <p:nvSpPr>
          <p:cNvPr id="23" name="Shape 21"/>
          <p:cNvSpPr/>
          <p:nvPr/>
        </p:nvSpPr>
        <p:spPr>
          <a:xfrm>
            <a:off x="7805318" y="4886554"/>
            <a:ext cx="3658" cy="1550822"/>
          </a:xfrm>
          <a:prstGeom prst="rect">
            <a:avLst/>
          </a:prstGeom>
          <a:solidFill>
            <a:srgbClr val="DADADA"/>
          </a:solidFill>
          <a:ln w="12700">
            <a:solidFill>
              <a:srgbClr val="DADADA"/>
            </a:solidFill>
            <a:prstDash val="solid"/>
          </a:ln>
        </p:spPr>
      </p:sp>
      <p:sp>
        <p:nvSpPr>
          <p:cNvPr id="24" name="Shape 22"/>
          <p:cNvSpPr/>
          <p:nvPr/>
        </p:nvSpPr>
        <p:spPr>
          <a:xfrm>
            <a:off x="8010144" y="4886554"/>
            <a:ext cx="3658" cy="1550822"/>
          </a:xfrm>
          <a:prstGeom prst="rect">
            <a:avLst/>
          </a:prstGeom>
          <a:solidFill>
            <a:srgbClr val="DADADA"/>
          </a:solidFill>
          <a:ln w="12700">
            <a:solidFill>
              <a:srgbClr val="DADADA"/>
            </a:solidFill>
            <a:prstDash val="solid"/>
          </a:ln>
        </p:spPr>
      </p:sp>
      <p:sp>
        <p:nvSpPr>
          <p:cNvPr id="25" name="Shape 23"/>
          <p:cNvSpPr/>
          <p:nvPr/>
        </p:nvSpPr>
        <p:spPr>
          <a:xfrm>
            <a:off x="8214970" y="4886554"/>
            <a:ext cx="3658" cy="1550822"/>
          </a:xfrm>
          <a:prstGeom prst="rect">
            <a:avLst/>
          </a:prstGeom>
          <a:solidFill>
            <a:srgbClr val="DADADA"/>
          </a:solidFill>
          <a:ln w="12700">
            <a:solidFill>
              <a:srgbClr val="DADADA"/>
            </a:solidFill>
            <a:prstDash val="solid"/>
          </a:ln>
        </p:spPr>
      </p:sp>
      <p:sp>
        <p:nvSpPr>
          <p:cNvPr id="26" name="Shape 24"/>
          <p:cNvSpPr/>
          <p:nvPr/>
        </p:nvSpPr>
        <p:spPr>
          <a:xfrm>
            <a:off x="8419795" y="4886554"/>
            <a:ext cx="3658" cy="1550822"/>
          </a:xfrm>
          <a:prstGeom prst="rect">
            <a:avLst/>
          </a:prstGeom>
          <a:solidFill>
            <a:srgbClr val="DADADA"/>
          </a:solidFill>
          <a:ln w="12700">
            <a:solidFill>
              <a:srgbClr val="DADADA"/>
            </a:solidFill>
            <a:prstDash val="solid"/>
          </a:ln>
        </p:spPr>
      </p:sp>
      <p:sp>
        <p:nvSpPr>
          <p:cNvPr id="27" name="Shape 25"/>
          <p:cNvSpPr/>
          <p:nvPr/>
        </p:nvSpPr>
        <p:spPr>
          <a:xfrm>
            <a:off x="8624621" y="4886554"/>
            <a:ext cx="3658" cy="1550822"/>
          </a:xfrm>
          <a:prstGeom prst="rect">
            <a:avLst/>
          </a:prstGeom>
          <a:solidFill>
            <a:srgbClr val="DADADA"/>
          </a:solidFill>
          <a:ln w="12700">
            <a:solidFill>
              <a:srgbClr val="DADADA"/>
            </a:solidFill>
            <a:prstDash val="solid"/>
          </a:ln>
        </p:spPr>
      </p:sp>
      <p:sp>
        <p:nvSpPr>
          <p:cNvPr id="28" name="Shape 26"/>
          <p:cNvSpPr/>
          <p:nvPr/>
        </p:nvSpPr>
        <p:spPr>
          <a:xfrm>
            <a:off x="8829446" y="4886554"/>
            <a:ext cx="3658" cy="1550822"/>
          </a:xfrm>
          <a:prstGeom prst="rect">
            <a:avLst/>
          </a:prstGeom>
          <a:solidFill>
            <a:srgbClr val="DADADA"/>
          </a:solidFill>
          <a:ln w="12700">
            <a:solidFill>
              <a:srgbClr val="DADADA"/>
            </a:solidFill>
            <a:prstDash val="solid"/>
          </a:ln>
        </p:spPr>
      </p:sp>
      <p:sp>
        <p:nvSpPr>
          <p:cNvPr id="29" name="Shape 27"/>
          <p:cNvSpPr/>
          <p:nvPr/>
        </p:nvSpPr>
        <p:spPr>
          <a:xfrm>
            <a:off x="9034272" y="4886554"/>
            <a:ext cx="3658" cy="1550822"/>
          </a:xfrm>
          <a:prstGeom prst="rect">
            <a:avLst/>
          </a:prstGeom>
          <a:solidFill>
            <a:srgbClr val="DADADA"/>
          </a:solidFill>
          <a:ln w="12700">
            <a:solidFill>
              <a:srgbClr val="DADADA"/>
            </a:solidFill>
            <a:prstDash val="solid"/>
          </a:ln>
        </p:spPr>
      </p:sp>
      <p:sp>
        <p:nvSpPr>
          <p:cNvPr id="30" name="Shape 28"/>
          <p:cNvSpPr/>
          <p:nvPr/>
        </p:nvSpPr>
        <p:spPr>
          <a:xfrm>
            <a:off x="9239098" y="4886554"/>
            <a:ext cx="3658" cy="1550822"/>
          </a:xfrm>
          <a:prstGeom prst="rect">
            <a:avLst/>
          </a:prstGeom>
          <a:solidFill>
            <a:srgbClr val="DADADA"/>
          </a:solidFill>
          <a:ln w="12700">
            <a:solidFill>
              <a:srgbClr val="DADADA"/>
            </a:solidFill>
            <a:prstDash val="solid"/>
          </a:ln>
        </p:spPr>
      </p:sp>
      <p:sp>
        <p:nvSpPr>
          <p:cNvPr id="31" name="Shape 29"/>
          <p:cNvSpPr/>
          <p:nvPr/>
        </p:nvSpPr>
        <p:spPr>
          <a:xfrm>
            <a:off x="9443923" y="4886554"/>
            <a:ext cx="3658" cy="1550822"/>
          </a:xfrm>
          <a:prstGeom prst="rect">
            <a:avLst/>
          </a:prstGeom>
          <a:solidFill>
            <a:srgbClr val="DADADA"/>
          </a:solidFill>
          <a:ln w="12700">
            <a:solidFill>
              <a:srgbClr val="DADADA"/>
            </a:solidFill>
            <a:prstDash val="solid"/>
          </a:ln>
        </p:spPr>
      </p:sp>
      <p:sp>
        <p:nvSpPr>
          <p:cNvPr id="32" name="Shape 30"/>
          <p:cNvSpPr/>
          <p:nvPr/>
        </p:nvSpPr>
        <p:spPr>
          <a:xfrm>
            <a:off x="9648749" y="4886554"/>
            <a:ext cx="3658" cy="1550822"/>
          </a:xfrm>
          <a:prstGeom prst="rect">
            <a:avLst/>
          </a:prstGeom>
          <a:solidFill>
            <a:srgbClr val="DADADA"/>
          </a:solidFill>
          <a:ln w="12700">
            <a:solidFill>
              <a:srgbClr val="DADADA"/>
            </a:solidFill>
            <a:prstDash val="solid"/>
          </a:ln>
        </p:spPr>
      </p:sp>
      <p:sp>
        <p:nvSpPr>
          <p:cNvPr id="33" name="Shape 31"/>
          <p:cNvSpPr/>
          <p:nvPr/>
        </p:nvSpPr>
        <p:spPr>
          <a:xfrm>
            <a:off x="9853574" y="4886554"/>
            <a:ext cx="3658" cy="1550822"/>
          </a:xfrm>
          <a:prstGeom prst="rect">
            <a:avLst/>
          </a:prstGeom>
          <a:solidFill>
            <a:srgbClr val="DADADA"/>
          </a:solidFill>
          <a:ln w="12700">
            <a:solidFill>
              <a:srgbClr val="DADADA"/>
            </a:solidFill>
            <a:prstDash val="solid"/>
          </a:ln>
        </p:spPr>
      </p:sp>
      <p:sp>
        <p:nvSpPr>
          <p:cNvPr id="34" name="Shape 32"/>
          <p:cNvSpPr/>
          <p:nvPr/>
        </p:nvSpPr>
        <p:spPr>
          <a:xfrm>
            <a:off x="10058400" y="4886554"/>
            <a:ext cx="3658" cy="1550822"/>
          </a:xfrm>
          <a:prstGeom prst="rect">
            <a:avLst/>
          </a:prstGeom>
          <a:solidFill>
            <a:srgbClr val="DADADA"/>
          </a:solidFill>
          <a:ln w="12700">
            <a:solidFill>
              <a:srgbClr val="DADADA"/>
            </a:solidFill>
            <a:prstDash val="solid"/>
          </a:ln>
        </p:spPr>
      </p:sp>
      <p:sp>
        <p:nvSpPr>
          <p:cNvPr id="35" name="Shape 33"/>
          <p:cNvSpPr/>
          <p:nvPr/>
        </p:nvSpPr>
        <p:spPr>
          <a:xfrm>
            <a:off x="7498080" y="4988966"/>
            <a:ext cx="2743200" cy="3658"/>
          </a:xfrm>
          <a:prstGeom prst="rect">
            <a:avLst/>
          </a:prstGeom>
          <a:solidFill>
            <a:srgbClr val="DADADA"/>
          </a:solidFill>
          <a:ln w="12700">
            <a:solidFill>
              <a:srgbClr val="DADADA"/>
            </a:solidFill>
            <a:prstDash val="solid"/>
          </a:ln>
        </p:spPr>
      </p:sp>
      <p:sp>
        <p:nvSpPr>
          <p:cNvPr id="36" name="Shape 34"/>
          <p:cNvSpPr/>
          <p:nvPr/>
        </p:nvSpPr>
        <p:spPr>
          <a:xfrm>
            <a:off x="7498080" y="5193792"/>
            <a:ext cx="2743200" cy="3658"/>
          </a:xfrm>
          <a:prstGeom prst="rect">
            <a:avLst/>
          </a:prstGeom>
          <a:solidFill>
            <a:srgbClr val="DADADA"/>
          </a:solidFill>
          <a:ln w="12700">
            <a:solidFill>
              <a:srgbClr val="DADADA"/>
            </a:solidFill>
            <a:prstDash val="solid"/>
          </a:ln>
        </p:spPr>
      </p:sp>
      <p:sp>
        <p:nvSpPr>
          <p:cNvPr id="37" name="Shape 35"/>
          <p:cNvSpPr/>
          <p:nvPr/>
        </p:nvSpPr>
        <p:spPr>
          <a:xfrm>
            <a:off x="7498080" y="5398618"/>
            <a:ext cx="2743200" cy="3658"/>
          </a:xfrm>
          <a:prstGeom prst="rect">
            <a:avLst/>
          </a:prstGeom>
          <a:solidFill>
            <a:srgbClr val="DADADA"/>
          </a:solidFill>
          <a:ln w="12700">
            <a:solidFill>
              <a:srgbClr val="DADADA"/>
            </a:solidFill>
            <a:prstDash val="solid"/>
          </a:ln>
        </p:spPr>
      </p:sp>
      <p:sp>
        <p:nvSpPr>
          <p:cNvPr id="38" name="Shape 36"/>
          <p:cNvSpPr/>
          <p:nvPr/>
        </p:nvSpPr>
        <p:spPr>
          <a:xfrm>
            <a:off x="7498080" y="5603443"/>
            <a:ext cx="2743200" cy="3658"/>
          </a:xfrm>
          <a:prstGeom prst="rect">
            <a:avLst/>
          </a:prstGeom>
          <a:solidFill>
            <a:srgbClr val="DADADA"/>
          </a:solidFill>
          <a:ln w="12700">
            <a:solidFill>
              <a:srgbClr val="DADADA"/>
            </a:solidFill>
            <a:prstDash val="solid"/>
          </a:ln>
        </p:spPr>
      </p:sp>
      <p:sp>
        <p:nvSpPr>
          <p:cNvPr id="39" name="Shape 37"/>
          <p:cNvSpPr/>
          <p:nvPr/>
        </p:nvSpPr>
        <p:spPr>
          <a:xfrm>
            <a:off x="7498080" y="5808269"/>
            <a:ext cx="2743200" cy="3658"/>
          </a:xfrm>
          <a:prstGeom prst="rect">
            <a:avLst/>
          </a:prstGeom>
          <a:solidFill>
            <a:srgbClr val="DADADA"/>
          </a:solidFill>
          <a:ln w="12700">
            <a:solidFill>
              <a:srgbClr val="DADADA"/>
            </a:solidFill>
            <a:prstDash val="solid"/>
          </a:ln>
        </p:spPr>
      </p:sp>
      <p:sp>
        <p:nvSpPr>
          <p:cNvPr id="40" name="Shape 38"/>
          <p:cNvSpPr/>
          <p:nvPr/>
        </p:nvSpPr>
        <p:spPr>
          <a:xfrm>
            <a:off x="7498080" y="6013094"/>
            <a:ext cx="2743200" cy="3658"/>
          </a:xfrm>
          <a:prstGeom prst="rect">
            <a:avLst/>
          </a:prstGeom>
          <a:solidFill>
            <a:srgbClr val="DADADA"/>
          </a:solidFill>
          <a:ln w="12700">
            <a:solidFill>
              <a:srgbClr val="DADADA"/>
            </a:solidFill>
            <a:prstDash val="solid"/>
          </a:ln>
        </p:spPr>
      </p:sp>
      <p:sp>
        <p:nvSpPr>
          <p:cNvPr id="41" name="Shape 39"/>
          <p:cNvSpPr/>
          <p:nvPr/>
        </p:nvSpPr>
        <p:spPr>
          <a:xfrm>
            <a:off x="7498080" y="6217920"/>
            <a:ext cx="2743200" cy="3658"/>
          </a:xfrm>
          <a:prstGeom prst="rect">
            <a:avLst/>
          </a:prstGeom>
          <a:solidFill>
            <a:srgbClr val="DADADA"/>
          </a:solidFill>
          <a:ln w="12700">
            <a:solidFill>
              <a:srgbClr val="DADADA"/>
            </a:solidFill>
            <a:prstDash val="solid"/>
          </a:ln>
        </p:spPr>
      </p:sp>
      <p:sp>
        <p:nvSpPr>
          <p:cNvPr id="42" name="Shape 40"/>
          <p:cNvSpPr/>
          <p:nvPr/>
        </p:nvSpPr>
        <p:spPr>
          <a:xfrm>
            <a:off x="7498080" y="6422746"/>
            <a:ext cx="2743200" cy="3658"/>
          </a:xfrm>
          <a:prstGeom prst="rect">
            <a:avLst/>
          </a:prstGeom>
          <a:solidFill>
            <a:srgbClr val="DADADA"/>
          </a:solidFill>
          <a:ln w="12700">
            <a:solidFill>
              <a:srgbClr val="DADADA"/>
            </a:solidFill>
            <a:prstDash val="solid"/>
          </a:ln>
        </p:spPr>
      </p:sp>
      <p:sp>
        <p:nvSpPr>
          <p:cNvPr id="43" name="Shape 41"/>
          <p:cNvSpPr/>
          <p:nvPr/>
        </p:nvSpPr>
        <p:spPr>
          <a:xfrm>
            <a:off x="10241280" y="4754880"/>
            <a:ext cx="1280160" cy="1682496"/>
          </a:xfrm>
          <a:prstGeom prst="rect">
            <a:avLst/>
          </a:prstGeom>
          <a:solidFill>
            <a:srgbClr val="ECECEC"/>
          </a:solidFill>
          <a:ln w="6350">
            <a:solidFill>
              <a:srgbClr val="D2D0CB"/>
            </a:solidFill>
            <a:prstDash val="solid"/>
          </a:ln>
        </p:spPr>
      </p:sp>
      <p:sp>
        <p:nvSpPr>
          <p:cNvPr id="44" name="Shape 42"/>
          <p:cNvSpPr/>
          <p:nvPr/>
        </p:nvSpPr>
        <p:spPr>
          <a:xfrm>
            <a:off x="10460736" y="4791456"/>
            <a:ext cx="95098" cy="95098"/>
          </a:xfrm>
          <a:prstGeom prst="ellipse">
            <a:avLst/>
          </a:prstGeom>
          <a:solidFill>
            <a:srgbClr val="8E44E0"/>
          </a:solidFill>
          <a:ln w="12700">
            <a:solidFill>
              <a:srgbClr val="8E44E0"/>
            </a:solidFill>
            <a:prstDash val="solid"/>
          </a:ln>
        </p:spPr>
      </p:sp>
      <p:sp>
        <p:nvSpPr>
          <p:cNvPr id="45" name="Shape 43"/>
          <p:cNvSpPr/>
          <p:nvPr/>
        </p:nvSpPr>
        <p:spPr>
          <a:xfrm>
            <a:off x="10577779" y="4791456"/>
            <a:ext cx="95098" cy="95098"/>
          </a:xfrm>
          <a:prstGeom prst="ellipse">
            <a:avLst/>
          </a:prstGeom>
          <a:solidFill>
            <a:srgbClr val="7A7A7A"/>
          </a:solidFill>
          <a:ln w="12700">
            <a:solidFill>
              <a:srgbClr val="7A7A7A"/>
            </a:solidFill>
            <a:prstDash val="solid"/>
          </a:ln>
        </p:spPr>
      </p:sp>
      <p:sp>
        <p:nvSpPr>
          <p:cNvPr id="46" name="Shape 44"/>
          <p:cNvSpPr/>
          <p:nvPr/>
        </p:nvSpPr>
        <p:spPr>
          <a:xfrm>
            <a:off x="10694822" y="4791456"/>
            <a:ext cx="95098" cy="95098"/>
          </a:xfrm>
          <a:prstGeom prst="ellipse">
            <a:avLst/>
          </a:prstGeom>
          <a:solidFill>
            <a:srgbClr val="7A7A7A"/>
          </a:solidFill>
          <a:ln w="12700">
            <a:solidFill>
              <a:srgbClr val="7A7A7A"/>
            </a:solidFill>
            <a:prstDash val="solid"/>
          </a:ln>
        </p:spPr>
      </p:sp>
      <p:sp>
        <p:nvSpPr>
          <p:cNvPr id="47" name="Shape 45"/>
          <p:cNvSpPr/>
          <p:nvPr/>
        </p:nvSpPr>
        <p:spPr>
          <a:xfrm>
            <a:off x="10460736" y="4908499"/>
            <a:ext cx="95098" cy="95098"/>
          </a:xfrm>
          <a:prstGeom prst="ellipse">
            <a:avLst/>
          </a:prstGeom>
          <a:solidFill>
            <a:srgbClr val="F5C400"/>
          </a:solidFill>
          <a:ln w="12700">
            <a:solidFill>
              <a:srgbClr val="F5C400"/>
            </a:solidFill>
            <a:prstDash val="solid"/>
          </a:ln>
        </p:spPr>
      </p:sp>
      <p:sp>
        <p:nvSpPr>
          <p:cNvPr id="48" name="Shape 46"/>
          <p:cNvSpPr/>
          <p:nvPr/>
        </p:nvSpPr>
        <p:spPr>
          <a:xfrm>
            <a:off x="10577779" y="4908499"/>
            <a:ext cx="95098" cy="95098"/>
          </a:xfrm>
          <a:prstGeom prst="ellipse">
            <a:avLst/>
          </a:prstGeom>
          <a:solidFill>
            <a:srgbClr val="F5C400"/>
          </a:solidFill>
          <a:ln w="12700">
            <a:solidFill>
              <a:srgbClr val="F5C400"/>
            </a:solidFill>
            <a:prstDash val="solid"/>
          </a:ln>
        </p:spPr>
      </p:sp>
      <p:sp>
        <p:nvSpPr>
          <p:cNvPr id="49" name="Shape 47"/>
          <p:cNvSpPr/>
          <p:nvPr/>
        </p:nvSpPr>
        <p:spPr>
          <a:xfrm>
            <a:off x="10694822" y="4908499"/>
            <a:ext cx="95098" cy="95098"/>
          </a:xfrm>
          <a:prstGeom prst="ellipse">
            <a:avLst/>
          </a:prstGeom>
          <a:solidFill>
            <a:srgbClr val="8B0000"/>
          </a:solidFill>
          <a:ln w="12700">
            <a:solidFill>
              <a:srgbClr val="8B0000"/>
            </a:solidFill>
            <a:prstDash val="solid"/>
          </a:ln>
        </p:spPr>
      </p:sp>
      <p:sp>
        <p:nvSpPr>
          <p:cNvPr id="50" name="Shape 48"/>
          <p:cNvSpPr/>
          <p:nvPr/>
        </p:nvSpPr>
        <p:spPr>
          <a:xfrm>
            <a:off x="10460736" y="5025542"/>
            <a:ext cx="95098" cy="95098"/>
          </a:xfrm>
          <a:prstGeom prst="ellipse">
            <a:avLst/>
          </a:prstGeom>
          <a:solidFill>
            <a:srgbClr val="2FB94A"/>
          </a:solidFill>
          <a:ln w="12700">
            <a:solidFill>
              <a:srgbClr val="2FB94A"/>
            </a:solidFill>
            <a:prstDash val="solid"/>
          </a:ln>
        </p:spPr>
      </p:sp>
      <p:sp>
        <p:nvSpPr>
          <p:cNvPr id="51" name="Shape 49"/>
          <p:cNvSpPr/>
          <p:nvPr/>
        </p:nvSpPr>
        <p:spPr>
          <a:xfrm>
            <a:off x="10577779" y="5025542"/>
            <a:ext cx="95098" cy="95098"/>
          </a:xfrm>
          <a:prstGeom prst="ellipse">
            <a:avLst/>
          </a:prstGeom>
          <a:solidFill>
            <a:srgbClr val="C9A07A"/>
          </a:solidFill>
          <a:ln w="12700">
            <a:solidFill>
              <a:srgbClr val="C9A07A"/>
            </a:solidFill>
            <a:prstDash val="solid"/>
          </a:ln>
        </p:spPr>
      </p:sp>
      <p:sp>
        <p:nvSpPr>
          <p:cNvPr id="52" name="Shape 50"/>
          <p:cNvSpPr/>
          <p:nvPr/>
        </p:nvSpPr>
        <p:spPr>
          <a:xfrm>
            <a:off x="10694822" y="5025542"/>
            <a:ext cx="95098" cy="95098"/>
          </a:xfrm>
          <a:prstGeom prst="ellipse">
            <a:avLst/>
          </a:prstGeom>
          <a:solidFill>
            <a:srgbClr val="C9A07A"/>
          </a:solidFill>
          <a:ln w="12700">
            <a:solidFill>
              <a:srgbClr val="C9A07A"/>
            </a:solidFill>
            <a:prstDash val="solid"/>
          </a:ln>
        </p:spPr>
      </p:sp>
      <p:sp>
        <p:nvSpPr>
          <p:cNvPr id="53" name="Shape 51"/>
          <p:cNvSpPr/>
          <p:nvPr/>
        </p:nvSpPr>
        <p:spPr>
          <a:xfrm>
            <a:off x="10405872" y="5852160"/>
            <a:ext cx="438912" cy="98755"/>
          </a:xfrm>
          <a:prstGeom prst="rect">
            <a:avLst/>
          </a:prstGeom>
          <a:solidFill>
            <a:srgbClr val="8E7A9E"/>
          </a:solidFill>
          <a:ln w="12700">
            <a:solidFill>
              <a:srgbClr val="8E7A9E"/>
            </a:solidFill>
            <a:prstDash val="solid"/>
          </a:ln>
        </p:spPr>
      </p:sp>
      <p:sp>
        <p:nvSpPr>
          <p:cNvPr id="54" name="Shape 52"/>
          <p:cNvSpPr/>
          <p:nvPr/>
        </p:nvSpPr>
        <p:spPr>
          <a:xfrm>
            <a:off x="10848442" y="5859475"/>
            <a:ext cx="14630" cy="84125"/>
          </a:xfrm>
          <a:prstGeom prst="rect">
            <a:avLst/>
          </a:prstGeom>
          <a:solidFill>
            <a:srgbClr val="2FB94A"/>
          </a:solidFill>
          <a:ln w="12700">
            <a:solidFill>
              <a:srgbClr val="2FB94A"/>
            </a:solidFill>
            <a:prstDash val="solid"/>
          </a:ln>
        </p:spPr>
      </p:sp>
      <p:sp>
        <p:nvSpPr>
          <p:cNvPr id="55" name="Shape 53"/>
          <p:cNvSpPr/>
          <p:nvPr/>
        </p:nvSpPr>
        <p:spPr>
          <a:xfrm>
            <a:off x="10405872" y="5965546"/>
            <a:ext cx="438912" cy="98755"/>
          </a:xfrm>
          <a:prstGeom prst="rect">
            <a:avLst/>
          </a:prstGeom>
          <a:solidFill>
            <a:srgbClr val="C9A7E6"/>
          </a:solidFill>
          <a:ln w="12700">
            <a:solidFill>
              <a:srgbClr val="C9A7E6"/>
            </a:solidFill>
            <a:prstDash val="solid"/>
          </a:ln>
        </p:spPr>
      </p:sp>
      <p:sp>
        <p:nvSpPr>
          <p:cNvPr id="56" name="Shape 54"/>
          <p:cNvSpPr/>
          <p:nvPr/>
        </p:nvSpPr>
        <p:spPr>
          <a:xfrm>
            <a:off x="10848442" y="5972861"/>
            <a:ext cx="14630" cy="84125"/>
          </a:xfrm>
          <a:prstGeom prst="rect">
            <a:avLst/>
          </a:prstGeom>
          <a:solidFill>
            <a:srgbClr val="2FB94A"/>
          </a:solidFill>
          <a:ln w="12700">
            <a:solidFill>
              <a:srgbClr val="2FB94A"/>
            </a:solidFill>
            <a:prstDash val="solid"/>
          </a:ln>
        </p:spPr>
      </p:sp>
      <p:sp>
        <p:nvSpPr>
          <p:cNvPr id="57" name="Shape 55"/>
          <p:cNvSpPr/>
          <p:nvPr/>
        </p:nvSpPr>
        <p:spPr>
          <a:xfrm>
            <a:off x="10263226" y="6093562"/>
            <a:ext cx="724205" cy="45720"/>
          </a:xfrm>
          <a:prstGeom prst="rect">
            <a:avLst/>
          </a:prstGeom>
          <a:solidFill>
            <a:srgbClr val="E68FE0"/>
          </a:solidFill>
          <a:ln w="12700">
            <a:solidFill>
              <a:srgbClr val="E68FE0"/>
            </a:solidFill>
            <a:prstDash val="solid"/>
          </a:ln>
        </p:spPr>
      </p:sp>
      <p:sp>
        <p:nvSpPr>
          <p:cNvPr id="58" name="Shape 56"/>
          <p:cNvSpPr/>
          <p:nvPr/>
        </p:nvSpPr>
        <p:spPr>
          <a:xfrm>
            <a:off x="10263226" y="6150254"/>
            <a:ext cx="724205" cy="45720"/>
          </a:xfrm>
          <a:prstGeom prst="rect">
            <a:avLst/>
          </a:prstGeom>
          <a:solidFill>
            <a:srgbClr val="FFA500"/>
          </a:solidFill>
          <a:ln w="12700">
            <a:solidFill>
              <a:srgbClr val="FFA500"/>
            </a:solidFill>
            <a:prstDash val="solid"/>
          </a:ln>
        </p:spPr>
      </p:sp>
      <p:sp>
        <p:nvSpPr>
          <p:cNvPr id="59" name="Shape 57"/>
          <p:cNvSpPr/>
          <p:nvPr/>
        </p:nvSpPr>
        <p:spPr>
          <a:xfrm>
            <a:off x="10263226" y="6206947"/>
            <a:ext cx="724205" cy="45720"/>
          </a:xfrm>
          <a:prstGeom prst="rect">
            <a:avLst/>
          </a:prstGeom>
          <a:solidFill>
            <a:srgbClr val="90EE90"/>
          </a:solidFill>
          <a:ln w="12700">
            <a:solidFill>
              <a:srgbClr val="90EE90"/>
            </a:solidFill>
            <a:prstDash val="solid"/>
          </a:ln>
        </p:spPr>
      </p:sp>
      <p:sp>
        <p:nvSpPr>
          <p:cNvPr id="60" name="Shape 58"/>
          <p:cNvSpPr/>
          <p:nvPr/>
        </p:nvSpPr>
        <p:spPr>
          <a:xfrm>
            <a:off x="10263226" y="6263640"/>
            <a:ext cx="724205" cy="45720"/>
          </a:xfrm>
          <a:prstGeom prst="rect">
            <a:avLst/>
          </a:prstGeom>
          <a:solidFill>
            <a:srgbClr val="FF6B6B"/>
          </a:solidFill>
          <a:ln w="12700">
            <a:solidFill>
              <a:srgbClr val="FF6B6B"/>
            </a:solidFill>
            <a:prstDash val="solid"/>
          </a:ln>
        </p:spPr>
      </p:sp>
      <p:sp>
        <p:nvSpPr>
          <p:cNvPr id="61" name="Shape 59"/>
          <p:cNvSpPr/>
          <p:nvPr/>
        </p:nvSpPr>
        <p:spPr>
          <a:xfrm>
            <a:off x="10263226" y="6320333"/>
            <a:ext cx="724205" cy="45720"/>
          </a:xfrm>
          <a:prstGeom prst="rect">
            <a:avLst/>
          </a:prstGeom>
          <a:solidFill>
            <a:srgbClr val="7FB2E5"/>
          </a:solidFill>
          <a:ln w="12700">
            <a:solidFill>
              <a:srgbClr val="7FB2E5"/>
            </a:solidFill>
            <a:prstDash val="solid"/>
          </a:ln>
        </p:spPr>
      </p:sp>
      <p:sp>
        <p:nvSpPr>
          <p:cNvPr id="62" name="Shape 60"/>
          <p:cNvSpPr/>
          <p:nvPr/>
        </p:nvSpPr>
        <p:spPr>
          <a:xfrm>
            <a:off x="10263226" y="6377026"/>
            <a:ext cx="724205" cy="45720"/>
          </a:xfrm>
          <a:prstGeom prst="rect">
            <a:avLst/>
          </a:prstGeom>
          <a:solidFill>
            <a:srgbClr val="B0B0B0"/>
          </a:solidFill>
          <a:ln w="12700">
            <a:solidFill>
              <a:srgbClr val="B0B0B0"/>
            </a:solidFill>
            <a:prstDash val="solid"/>
          </a:ln>
        </p:spPr>
      </p:sp>
      <p:sp>
        <p:nvSpPr>
          <p:cNvPr id="63" name="Shape 61"/>
          <p:cNvSpPr/>
          <p:nvPr/>
        </p:nvSpPr>
        <p:spPr>
          <a:xfrm>
            <a:off x="11031322" y="4784141"/>
            <a:ext cx="468173" cy="146304"/>
          </a:xfrm>
          <a:prstGeom prst="rect">
            <a:avLst/>
          </a:prstGeom>
          <a:solidFill>
            <a:srgbClr val="F4F4F4"/>
          </a:solidFill>
          <a:ln w="12700">
            <a:solidFill>
              <a:srgbClr val="000000"/>
            </a:solidFill>
            <a:prstDash val="solid"/>
          </a:ln>
        </p:spPr>
      </p:sp>
      <p:sp>
        <p:nvSpPr>
          <p:cNvPr id="64" name="Text 62"/>
          <p:cNvSpPr txBox="1"/>
          <p:nvPr/>
        </p:nvSpPr>
        <p:spPr>
          <a:xfrm>
            <a:off x="11031322" y="4784141"/>
            <a:ext cx="468173" cy="146304"/>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a:t>
            </a:r>
            <a:endParaRPr lang="en-US" sz="600" dirty="0"/>
          </a:p>
        </p:txBody>
      </p:sp>
      <p:sp>
        <p:nvSpPr>
          <p:cNvPr id="65" name="Shape 63"/>
          <p:cNvSpPr/>
          <p:nvPr/>
        </p:nvSpPr>
        <p:spPr>
          <a:xfrm>
            <a:off x="11031322" y="4974336"/>
            <a:ext cx="468173" cy="73152"/>
          </a:xfrm>
          <a:prstGeom prst="rect">
            <a:avLst/>
          </a:prstGeom>
          <a:solidFill>
            <a:srgbClr val="B9B4AE"/>
          </a:solidFill>
          <a:ln w="12700">
            <a:solidFill>
              <a:srgbClr val="B9B4AE"/>
            </a:solidFill>
            <a:prstDash val="solid"/>
          </a:ln>
        </p:spPr>
      </p:sp>
      <p:sp>
        <p:nvSpPr>
          <p:cNvPr id="66" name="Text 64"/>
          <p:cNvSpPr txBox="1"/>
          <p:nvPr/>
        </p:nvSpPr>
        <p:spPr>
          <a:xfrm>
            <a:off x="11053267" y="4974336"/>
            <a:ext cx="438912" cy="73152"/>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67" name="Text 65"/>
          <p:cNvSpPr txBox="1"/>
          <p:nvPr/>
        </p:nvSpPr>
        <p:spPr>
          <a:xfrm>
            <a:off x="11053267" y="5062118"/>
            <a:ext cx="438912" cy="73152"/>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68" name="Text 66"/>
          <p:cNvSpPr txBox="1"/>
          <p:nvPr/>
        </p:nvSpPr>
        <p:spPr>
          <a:xfrm>
            <a:off x="11053267" y="5149901"/>
            <a:ext cx="438912" cy="73152"/>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69" name="Shape 67"/>
          <p:cNvSpPr/>
          <p:nvPr/>
        </p:nvSpPr>
        <p:spPr>
          <a:xfrm>
            <a:off x="11031322" y="5237683"/>
            <a:ext cx="468173" cy="73152"/>
          </a:xfrm>
          <a:prstGeom prst="rect">
            <a:avLst/>
          </a:prstGeom>
          <a:solidFill>
            <a:srgbClr val="B9B4AE"/>
          </a:solidFill>
          <a:ln w="12700">
            <a:solidFill>
              <a:srgbClr val="B9B4AE"/>
            </a:solidFill>
            <a:prstDash val="solid"/>
          </a:ln>
        </p:spPr>
      </p:sp>
      <p:sp>
        <p:nvSpPr>
          <p:cNvPr id="70" name="Text 68"/>
          <p:cNvSpPr txBox="1"/>
          <p:nvPr/>
        </p:nvSpPr>
        <p:spPr>
          <a:xfrm>
            <a:off x="11053267" y="5237683"/>
            <a:ext cx="438912" cy="73152"/>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2</a:t>
            </a:r>
            <a:endParaRPr lang="en-US" sz="500" dirty="0"/>
          </a:p>
        </p:txBody>
      </p:sp>
      <p:sp>
        <p:nvSpPr>
          <p:cNvPr id="71" name="Shape 69"/>
          <p:cNvSpPr/>
          <p:nvPr/>
        </p:nvSpPr>
        <p:spPr>
          <a:xfrm>
            <a:off x="11404397" y="6320333"/>
            <a:ext cx="87782" cy="87782"/>
          </a:xfrm>
          <a:prstGeom prst="ellipse">
            <a:avLst/>
          </a:prstGeom>
          <a:solidFill>
            <a:srgbClr val="A34D92">
              <a:alpha val="40000"/>
            </a:srgbClr>
          </a:solidFill>
          <a:ln w="12700">
            <a:solidFill>
              <a:srgbClr val="A34D92"/>
            </a:solidFill>
            <a:prstDash val="solid"/>
          </a:ln>
        </p:spPr>
      </p:sp>
      <p:sp>
        <p:nvSpPr>
          <p:cNvPr id="72" name="Shape 70"/>
          <p:cNvSpPr/>
          <p:nvPr/>
        </p:nvSpPr>
        <p:spPr>
          <a:xfrm>
            <a:off x="11433658" y="6349594"/>
            <a:ext cx="29261" cy="29261"/>
          </a:xfrm>
          <a:prstGeom prst="ellipse">
            <a:avLst/>
          </a:prstGeom>
          <a:solidFill>
            <a:srgbClr val="FFFFFF"/>
          </a:solidFill>
          <a:ln w="1270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Group panel · option B</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WHERE WE START</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The group column is 140 px that never moves</a:t>
            </a:r>
            <a:endParaRPr lang="en-US" sz="3200" dirty="0"/>
          </a:p>
        </p:txBody>
      </p:sp>
      <p:sp>
        <p:nvSpPr>
          <p:cNvPr id="6" name="Shape 4"/>
          <p:cNvSpPr/>
          <p:nvPr/>
        </p:nvSpPr>
        <p:spPr>
          <a:xfrm>
            <a:off x="548640" y="1371600"/>
            <a:ext cx="6583680" cy="2753175"/>
          </a:xfrm>
          <a:prstGeom prst="rect">
            <a:avLst/>
          </a:prstGeom>
          <a:solidFill>
            <a:srgbClr val="EBEBEB"/>
          </a:solidFill>
          <a:ln w="9525">
            <a:solidFill>
              <a:srgbClr val="B9B6B0"/>
            </a:solidFill>
            <a:prstDash val="solid"/>
          </a:ln>
        </p:spPr>
      </p:sp>
      <p:sp>
        <p:nvSpPr>
          <p:cNvPr id="7" name="Shape 5"/>
          <p:cNvSpPr/>
          <p:nvPr/>
        </p:nvSpPr>
        <p:spPr>
          <a:xfrm>
            <a:off x="596521" y="1407511"/>
            <a:ext cx="247529" cy="143644"/>
          </a:xfrm>
          <a:prstGeom prst="rect">
            <a:avLst/>
          </a:prstGeom>
          <a:solidFill>
            <a:srgbClr val="D3D3D3"/>
          </a:solidFill>
          <a:ln w="12700">
            <a:solidFill>
              <a:srgbClr val="D3D3D3"/>
            </a:solidFill>
            <a:prstDash val="solid"/>
          </a:ln>
        </p:spPr>
      </p:sp>
      <p:sp>
        <p:nvSpPr>
          <p:cNvPr id="8" name="Shape 6"/>
          <p:cNvSpPr/>
          <p:nvPr/>
        </p:nvSpPr>
        <p:spPr>
          <a:xfrm>
            <a:off x="873976" y="1407511"/>
            <a:ext cx="247529" cy="143644"/>
          </a:xfrm>
          <a:prstGeom prst="rect">
            <a:avLst/>
          </a:prstGeom>
          <a:solidFill>
            <a:srgbClr val="1B9E9E"/>
          </a:solidFill>
          <a:ln w="12700">
            <a:solidFill>
              <a:srgbClr val="1B9E9E"/>
            </a:solidFill>
            <a:prstDash val="solid"/>
          </a:ln>
        </p:spPr>
      </p:sp>
      <p:sp>
        <p:nvSpPr>
          <p:cNvPr id="9" name="Shape 7"/>
          <p:cNvSpPr/>
          <p:nvPr/>
        </p:nvSpPr>
        <p:spPr>
          <a:xfrm>
            <a:off x="1151431" y="1407511"/>
            <a:ext cx="247529" cy="143644"/>
          </a:xfrm>
          <a:prstGeom prst="rect">
            <a:avLst/>
          </a:prstGeom>
          <a:solidFill>
            <a:srgbClr val="F5C400"/>
          </a:solidFill>
          <a:ln w="12700">
            <a:solidFill>
              <a:srgbClr val="F5C400"/>
            </a:solidFill>
            <a:prstDash val="solid"/>
          </a:ln>
        </p:spPr>
      </p:sp>
      <p:sp>
        <p:nvSpPr>
          <p:cNvPr id="10" name="Shape 8"/>
          <p:cNvSpPr/>
          <p:nvPr/>
        </p:nvSpPr>
        <p:spPr>
          <a:xfrm>
            <a:off x="1428887" y="1407511"/>
            <a:ext cx="247529" cy="143644"/>
          </a:xfrm>
          <a:prstGeom prst="rect">
            <a:avLst/>
          </a:prstGeom>
          <a:solidFill>
            <a:srgbClr val="7B4A9E"/>
          </a:solidFill>
          <a:ln w="12700">
            <a:solidFill>
              <a:srgbClr val="7B4A9E"/>
            </a:solidFill>
            <a:prstDash val="solid"/>
          </a:ln>
        </p:spPr>
      </p:sp>
      <p:sp>
        <p:nvSpPr>
          <p:cNvPr id="11" name="Shape 9"/>
          <p:cNvSpPr/>
          <p:nvPr/>
        </p:nvSpPr>
        <p:spPr>
          <a:xfrm>
            <a:off x="1706342" y="1407511"/>
            <a:ext cx="247529" cy="143644"/>
          </a:xfrm>
          <a:prstGeom prst="rect">
            <a:avLst/>
          </a:prstGeom>
          <a:solidFill>
            <a:srgbClr val="E0640E"/>
          </a:solidFill>
          <a:ln w="12700">
            <a:solidFill>
              <a:srgbClr val="E0640E"/>
            </a:solidFill>
            <a:prstDash val="solid"/>
          </a:ln>
        </p:spPr>
      </p:sp>
      <p:sp>
        <p:nvSpPr>
          <p:cNvPr id="12" name="Shape 10"/>
          <p:cNvSpPr/>
          <p:nvPr/>
        </p:nvSpPr>
        <p:spPr>
          <a:xfrm>
            <a:off x="1983797" y="1407511"/>
            <a:ext cx="247529" cy="143644"/>
          </a:xfrm>
          <a:prstGeom prst="rect">
            <a:avLst/>
          </a:prstGeom>
          <a:solidFill>
            <a:srgbClr val="3A8CD8"/>
          </a:solidFill>
          <a:ln w="12700">
            <a:solidFill>
              <a:srgbClr val="3A8CD8"/>
            </a:solidFill>
            <a:prstDash val="solid"/>
          </a:ln>
        </p:spPr>
      </p:sp>
      <p:sp>
        <p:nvSpPr>
          <p:cNvPr id="13" name="Shape 11"/>
          <p:cNvSpPr/>
          <p:nvPr/>
        </p:nvSpPr>
        <p:spPr>
          <a:xfrm>
            <a:off x="2261252" y="1407511"/>
            <a:ext cx="247529" cy="143644"/>
          </a:xfrm>
          <a:prstGeom prst="rect">
            <a:avLst/>
          </a:prstGeom>
          <a:solidFill>
            <a:srgbClr val="E84A46"/>
          </a:solidFill>
          <a:ln w="12700">
            <a:solidFill>
              <a:srgbClr val="E84A46"/>
            </a:solidFill>
            <a:prstDash val="solid"/>
          </a:ln>
        </p:spPr>
      </p:sp>
      <p:sp>
        <p:nvSpPr>
          <p:cNvPr id="14" name="Shape 12"/>
          <p:cNvSpPr/>
          <p:nvPr/>
        </p:nvSpPr>
        <p:spPr>
          <a:xfrm>
            <a:off x="2538707" y="1407511"/>
            <a:ext cx="247529" cy="143644"/>
          </a:xfrm>
          <a:prstGeom prst="rect">
            <a:avLst/>
          </a:prstGeom>
          <a:solidFill>
            <a:srgbClr val="C7A7E8"/>
          </a:solidFill>
          <a:ln w="12700">
            <a:solidFill>
              <a:srgbClr val="C7A7E8"/>
            </a:solidFill>
            <a:prstDash val="solid"/>
          </a:ln>
        </p:spPr>
      </p:sp>
      <p:sp>
        <p:nvSpPr>
          <p:cNvPr id="15" name="Shape 13"/>
          <p:cNvSpPr/>
          <p:nvPr/>
        </p:nvSpPr>
        <p:spPr>
          <a:xfrm>
            <a:off x="2816162" y="1407511"/>
            <a:ext cx="247529" cy="143644"/>
          </a:xfrm>
          <a:prstGeom prst="rect">
            <a:avLst/>
          </a:prstGeom>
          <a:solidFill>
            <a:srgbClr val="F27EAE"/>
          </a:solidFill>
          <a:ln w="12700">
            <a:solidFill>
              <a:srgbClr val="F27EAE"/>
            </a:solidFill>
            <a:prstDash val="solid"/>
          </a:ln>
        </p:spPr>
      </p:sp>
      <p:sp>
        <p:nvSpPr>
          <p:cNvPr id="16" name="Shape 14"/>
          <p:cNvSpPr/>
          <p:nvPr/>
        </p:nvSpPr>
        <p:spPr>
          <a:xfrm>
            <a:off x="3093617" y="1407511"/>
            <a:ext cx="247529" cy="143644"/>
          </a:xfrm>
          <a:prstGeom prst="rect">
            <a:avLst/>
          </a:prstGeom>
          <a:solidFill>
            <a:srgbClr val="B58B7A"/>
          </a:solidFill>
          <a:ln w="12700">
            <a:solidFill>
              <a:srgbClr val="B58B7A"/>
            </a:solidFill>
            <a:prstDash val="solid"/>
          </a:ln>
        </p:spPr>
      </p:sp>
      <p:sp>
        <p:nvSpPr>
          <p:cNvPr id="17" name="Shape 15"/>
          <p:cNvSpPr/>
          <p:nvPr/>
        </p:nvSpPr>
        <p:spPr>
          <a:xfrm>
            <a:off x="3371072" y="1407511"/>
            <a:ext cx="247529" cy="143644"/>
          </a:xfrm>
          <a:prstGeom prst="rect">
            <a:avLst/>
          </a:prstGeom>
          <a:solidFill>
            <a:srgbClr val="A0475F"/>
          </a:solidFill>
          <a:ln w="12700">
            <a:solidFill>
              <a:srgbClr val="A0475F"/>
            </a:solidFill>
            <a:prstDash val="solid"/>
          </a:ln>
        </p:spPr>
      </p:sp>
      <p:sp>
        <p:nvSpPr>
          <p:cNvPr id="18" name="Shape 16"/>
          <p:cNvSpPr/>
          <p:nvPr/>
        </p:nvSpPr>
        <p:spPr>
          <a:xfrm>
            <a:off x="3648527" y="1407511"/>
            <a:ext cx="247529" cy="143644"/>
          </a:xfrm>
          <a:prstGeom prst="rect">
            <a:avLst/>
          </a:prstGeom>
          <a:solidFill>
            <a:srgbClr val="4BB543"/>
          </a:solidFill>
          <a:ln w="12700">
            <a:solidFill>
              <a:srgbClr val="4BB543"/>
            </a:solidFill>
            <a:prstDash val="solid"/>
          </a:ln>
        </p:spPr>
      </p:sp>
      <p:sp>
        <p:nvSpPr>
          <p:cNvPr id="19" name="Shape 17"/>
          <p:cNvSpPr/>
          <p:nvPr/>
        </p:nvSpPr>
        <p:spPr>
          <a:xfrm>
            <a:off x="3925982" y="1407511"/>
            <a:ext cx="247529" cy="143644"/>
          </a:xfrm>
          <a:prstGeom prst="rect">
            <a:avLst/>
          </a:prstGeom>
          <a:solidFill>
            <a:srgbClr val="B8BABB"/>
          </a:solidFill>
          <a:ln w="12700">
            <a:solidFill>
              <a:srgbClr val="B8BABB"/>
            </a:solidFill>
            <a:prstDash val="solid"/>
          </a:ln>
        </p:spPr>
      </p:sp>
      <p:sp>
        <p:nvSpPr>
          <p:cNvPr id="20" name="Shape 18"/>
          <p:cNvSpPr/>
          <p:nvPr/>
        </p:nvSpPr>
        <p:spPr>
          <a:xfrm>
            <a:off x="4203437" y="1407511"/>
            <a:ext cx="247529" cy="143644"/>
          </a:xfrm>
          <a:prstGeom prst="rect">
            <a:avLst/>
          </a:prstGeom>
          <a:solidFill>
            <a:srgbClr val="A34D92"/>
          </a:solidFill>
          <a:ln w="12700">
            <a:solidFill>
              <a:srgbClr val="A34D92"/>
            </a:solidFill>
            <a:prstDash val="solid"/>
          </a:ln>
        </p:spPr>
      </p:sp>
      <p:sp>
        <p:nvSpPr>
          <p:cNvPr id="21" name="Shape 19"/>
          <p:cNvSpPr/>
          <p:nvPr/>
        </p:nvSpPr>
        <p:spPr>
          <a:xfrm>
            <a:off x="4534759" y="1407511"/>
            <a:ext cx="299258" cy="143644"/>
          </a:xfrm>
          <a:prstGeom prst="rect">
            <a:avLst/>
          </a:prstGeom>
          <a:solidFill>
            <a:srgbClr val="F5C400"/>
          </a:solidFill>
          <a:ln w="12700">
            <a:solidFill>
              <a:srgbClr val="F5C400"/>
            </a:solidFill>
            <a:prstDash val="solid"/>
          </a:ln>
        </p:spPr>
      </p:sp>
      <p:sp>
        <p:nvSpPr>
          <p:cNvPr id="22" name="Shape 20"/>
          <p:cNvSpPr/>
          <p:nvPr/>
        </p:nvSpPr>
        <p:spPr>
          <a:xfrm>
            <a:off x="4857958" y="1407511"/>
            <a:ext cx="143644" cy="143644"/>
          </a:xfrm>
          <a:prstGeom prst="rect">
            <a:avLst/>
          </a:prstGeom>
          <a:solidFill>
            <a:srgbClr val="D0D0D0"/>
          </a:solidFill>
          <a:ln w="12700">
            <a:solidFill>
              <a:srgbClr val="D0D0D0"/>
            </a:solidFill>
            <a:prstDash val="solid"/>
          </a:ln>
        </p:spPr>
      </p:sp>
      <p:sp>
        <p:nvSpPr>
          <p:cNvPr id="23" name="Shape 21"/>
          <p:cNvSpPr/>
          <p:nvPr/>
        </p:nvSpPr>
        <p:spPr>
          <a:xfrm>
            <a:off x="716225" y="1587066"/>
            <a:ext cx="5985" cy="2537709"/>
          </a:xfrm>
          <a:prstGeom prst="rect">
            <a:avLst/>
          </a:prstGeom>
          <a:solidFill>
            <a:srgbClr val="DADADA"/>
          </a:solidFill>
          <a:ln w="12700">
            <a:solidFill>
              <a:srgbClr val="DADADA"/>
            </a:solidFill>
            <a:prstDash val="solid"/>
          </a:ln>
        </p:spPr>
      </p:sp>
      <p:sp>
        <p:nvSpPr>
          <p:cNvPr id="24" name="Shape 22"/>
          <p:cNvSpPr/>
          <p:nvPr/>
        </p:nvSpPr>
        <p:spPr>
          <a:xfrm>
            <a:off x="1051394" y="1587066"/>
            <a:ext cx="5985" cy="2537709"/>
          </a:xfrm>
          <a:prstGeom prst="rect">
            <a:avLst/>
          </a:prstGeom>
          <a:solidFill>
            <a:srgbClr val="DADADA"/>
          </a:solidFill>
          <a:ln w="12700">
            <a:solidFill>
              <a:srgbClr val="DADADA"/>
            </a:solidFill>
            <a:prstDash val="solid"/>
          </a:ln>
        </p:spPr>
      </p:sp>
      <p:sp>
        <p:nvSpPr>
          <p:cNvPr id="25" name="Shape 23"/>
          <p:cNvSpPr/>
          <p:nvPr/>
        </p:nvSpPr>
        <p:spPr>
          <a:xfrm>
            <a:off x="1386563" y="1587066"/>
            <a:ext cx="5985" cy="2537709"/>
          </a:xfrm>
          <a:prstGeom prst="rect">
            <a:avLst/>
          </a:prstGeom>
          <a:solidFill>
            <a:srgbClr val="DADADA"/>
          </a:solidFill>
          <a:ln w="12700">
            <a:solidFill>
              <a:srgbClr val="DADADA"/>
            </a:solidFill>
            <a:prstDash val="solid"/>
          </a:ln>
        </p:spPr>
      </p:sp>
      <p:sp>
        <p:nvSpPr>
          <p:cNvPr id="26" name="Shape 24"/>
          <p:cNvSpPr/>
          <p:nvPr/>
        </p:nvSpPr>
        <p:spPr>
          <a:xfrm>
            <a:off x="1721732" y="1587066"/>
            <a:ext cx="5985" cy="2537709"/>
          </a:xfrm>
          <a:prstGeom prst="rect">
            <a:avLst/>
          </a:prstGeom>
          <a:solidFill>
            <a:srgbClr val="DADADA"/>
          </a:solidFill>
          <a:ln w="12700">
            <a:solidFill>
              <a:srgbClr val="DADADA"/>
            </a:solidFill>
            <a:prstDash val="solid"/>
          </a:ln>
        </p:spPr>
      </p:sp>
      <p:sp>
        <p:nvSpPr>
          <p:cNvPr id="27" name="Shape 25"/>
          <p:cNvSpPr/>
          <p:nvPr/>
        </p:nvSpPr>
        <p:spPr>
          <a:xfrm>
            <a:off x="2056901" y="1587066"/>
            <a:ext cx="5985" cy="2537709"/>
          </a:xfrm>
          <a:prstGeom prst="rect">
            <a:avLst/>
          </a:prstGeom>
          <a:solidFill>
            <a:srgbClr val="DADADA"/>
          </a:solidFill>
          <a:ln w="12700">
            <a:solidFill>
              <a:srgbClr val="DADADA"/>
            </a:solidFill>
            <a:prstDash val="solid"/>
          </a:ln>
        </p:spPr>
      </p:sp>
      <p:sp>
        <p:nvSpPr>
          <p:cNvPr id="28" name="Shape 26"/>
          <p:cNvSpPr/>
          <p:nvPr/>
        </p:nvSpPr>
        <p:spPr>
          <a:xfrm>
            <a:off x="2392070" y="1587066"/>
            <a:ext cx="5985" cy="2537709"/>
          </a:xfrm>
          <a:prstGeom prst="rect">
            <a:avLst/>
          </a:prstGeom>
          <a:solidFill>
            <a:srgbClr val="DADADA"/>
          </a:solidFill>
          <a:ln w="12700">
            <a:solidFill>
              <a:srgbClr val="DADADA"/>
            </a:solidFill>
            <a:prstDash val="solid"/>
          </a:ln>
        </p:spPr>
      </p:sp>
      <p:sp>
        <p:nvSpPr>
          <p:cNvPr id="29" name="Shape 27"/>
          <p:cNvSpPr/>
          <p:nvPr/>
        </p:nvSpPr>
        <p:spPr>
          <a:xfrm>
            <a:off x="2727240" y="1587066"/>
            <a:ext cx="5985" cy="2537709"/>
          </a:xfrm>
          <a:prstGeom prst="rect">
            <a:avLst/>
          </a:prstGeom>
          <a:solidFill>
            <a:srgbClr val="DADADA"/>
          </a:solidFill>
          <a:ln w="12700">
            <a:solidFill>
              <a:srgbClr val="DADADA"/>
            </a:solidFill>
            <a:prstDash val="solid"/>
          </a:ln>
        </p:spPr>
      </p:sp>
      <p:sp>
        <p:nvSpPr>
          <p:cNvPr id="30" name="Shape 28"/>
          <p:cNvSpPr/>
          <p:nvPr/>
        </p:nvSpPr>
        <p:spPr>
          <a:xfrm>
            <a:off x="3062409" y="1587066"/>
            <a:ext cx="5985" cy="2537709"/>
          </a:xfrm>
          <a:prstGeom prst="rect">
            <a:avLst/>
          </a:prstGeom>
          <a:solidFill>
            <a:srgbClr val="DADADA"/>
          </a:solidFill>
          <a:ln w="12700">
            <a:solidFill>
              <a:srgbClr val="DADADA"/>
            </a:solidFill>
            <a:prstDash val="solid"/>
          </a:ln>
        </p:spPr>
      </p:sp>
      <p:sp>
        <p:nvSpPr>
          <p:cNvPr id="31" name="Shape 29"/>
          <p:cNvSpPr/>
          <p:nvPr/>
        </p:nvSpPr>
        <p:spPr>
          <a:xfrm>
            <a:off x="3397578" y="1587066"/>
            <a:ext cx="5985" cy="2537709"/>
          </a:xfrm>
          <a:prstGeom prst="rect">
            <a:avLst/>
          </a:prstGeom>
          <a:solidFill>
            <a:srgbClr val="DADADA"/>
          </a:solidFill>
          <a:ln w="12700">
            <a:solidFill>
              <a:srgbClr val="DADADA"/>
            </a:solidFill>
            <a:prstDash val="solid"/>
          </a:ln>
        </p:spPr>
      </p:sp>
      <p:sp>
        <p:nvSpPr>
          <p:cNvPr id="32" name="Shape 30"/>
          <p:cNvSpPr/>
          <p:nvPr/>
        </p:nvSpPr>
        <p:spPr>
          <a:xfrm>
            <a:off x="3732747" y="1587066"/>
            <a:ext cx="5985" cy="2537709"/>
          </a:xfrm>
          <a:prstGeom prst="rect">
            <a:avLst/>
          </a:prstGeom>
          <a:solidFill>
            <a:srgbClr val="DADADA"/>
          </a:solidFill>
          <a:ln w="12700">
            <a:solidFill>
              <a:srgbClr val="DADADA"/>
            </a:solidFill>
            <a:prstDash val="solid"/>
          </a:ln>
        </p:spPr>
      </p:sp>
      <p:sp>
        <p:nvSpPr>
          <p:cNvPr id="33" name="Shape 31"/>
          <p:cNvSpPr/>
          <p:nvPr/>
        </p:nvSpPr>
        <p:spPr>
          <a:xfrm>
            <a:off x="4067916" y="1587066"/>
            <a:ext cx="5985" cy="2537709"/>
          </a:xfrm>
          <a:prstGeom prst="rect">
            <a:avLst/>
          </a:prstGeom>
          <a:solidFill>
            <a:srgbClr val="DADADA"/>
          </a:solidFill>
          <a:ln w="12700">
            <a:solidFill>
              <a:srgbClr val="DADADA"/>
            </a:solidFill>
            <a:prstDash val="solid"/>
          </a:ln>
        </p:spPr>
      </p:sp>
      <p:sp>
        <p:nvSpPr>
          <p:cNvPr id="34" name="Shape 32"/>
          <p:cNvSpPr/>
          <p:nvPr/>
        </p:nvSpPr>
        <p:spPr>
          <a:xfrm>
            <a:off x="4403085" y="1587066"/>
            <a:ext cx="5985" cy="2537709"/>
          </a:xfrm>
          <a:prstGeom prst="rect">
            <a:avLst/>
          </a:prstGeom>
          <a:solidFill>
            <a:srgbClr val="DADADA"/>
          </a:solidFill>
          <a:ln w="12700">
            <a:solidFill>
              <a:srgbClr val="DADADA"/>
            </a:solidFill>
            <a:prstDash val="solid"/>
          </a:ln>
        </p:spPr>
      </p:sp>
      <p:sp>
        <p:nvSpPr>
          <p:cNvPr id="35" name="Shape 33"/>
          <p:cNvSpPr/>
          <p:nvPr/>
        </p:nvSpPr>
        <p:spPr>
          <a:xfrm>
            <a:off x="4738255" y="1587066"/>
            <a:ext cx="5985" cy="2537709"/>
          </a:xfrm>
          <a:prstGeom prst="rect">
            <a:avLst/>
          </a:prstGeom>
          <a:solidFill>
            <a:srgbClr val="DADADA"/>
          </a:solidFill>
          <a:ln w="12700">
            <a:solidFill>
              <a:srgbClr val="DADADA"/>
            </a:solidFill>
            <a:prstDash val="solid"/>
          </a:ln>
        </p:spPr>
      </p:sp>
      <p:sp>
        <p:nvSpPr>
          <p:cNvPr id="36" name="Shape 34"/>
          <p:cNvSpPr/>
          <p:nvPr/>
        </p:nvSpPr>
        <p:spPr>
          <a:xfrm>
            <a:off x="548640" y="1754650"/>
            <a:ext cx="4488873" cy="5985"/>
          </a:xfrm>
          <a:prstGeom prst="rect">
            <a:avLst/>
          </a:prstGeom>
          <a:solidFill>
            <a:srgbClr val="DADADA"/>
          </a:solidFill>
          <a:ln w="12700">
            <a:solidFill>
              <a:srgbClr val="DADADA"/>
            </a:solidFill>
            <a:prstDash val="solid"/>
          </a:ln>
        </p:spPr>
      </p:sp>
      <p:sp>
        <p:nvSpPr>
          <p:cNvPr id="37" name="Shape 35"/>
          <p:cNvSpPr/>
          <p:nvPr/>
        </p:nvSpPr>
        <p:spPr>
          <a:xfrm>
            <a:off x="548640" y="2089820"/>
            <a:ext cx="4488873" cy="5985"/>
          </a:xfrm>
          <a:prstGeom prst="rect">
            <a:avLst/>
          </a:prstGeom>
          <a:solidFill>
            <a:srgbClr val="DADADA"/>
          </a:solidFill>
          <a:ln w="12700">
            <a:solidFill>
              <a:srgbClr val="DADADA"/>
            </a:solidFill>
            <a:prstDash val="solid"/>
          </a:ln>
        </p:spPr>
      </p:sp>
      <p:sp>
        <p:nvSpPr>
          <p:cNvPr id="38" name="Shape 36"/>
          <p:cNvSpPr/>
          <p:nvPr/>
        </p:nvSpPr>
        <p:spPr>
          <a:xfrm>
            <a:off x="548640" y="2424989"/>
            <a:ext cx="4488873" cy="5985"/>
          </a:xfrm>
          <a:prstGeom prst="rect">
            <a:avLst/>
          </a:prstGeom>
          <a:solidFill>
            <a:srgbClr val="DADADA"/>
          </a:solidFill>
          <a:ln w="12700">
            <a:solidFill>
              <a:srgbClr val="DADADA"/>
            </a:solidFill>
            <a:prstDash val="solid"/>
          </a:ln>
        </p:spPr>
      </p:sp>
      <p:sp>
        <p:nvSpPr>
          <p:cNvPr id="39" name="Shape 37"/>
          <p:cNvSpPr/>
          <p:nvPr/>
        </p:nvSpPr>
        <p:spPr>
          <a:xfrm>
            <a:off x="548640" y="2760158"/>
            <a:ext cx="4488873" cy="5985"/>
          </a:xfrm>
          <a:prstGeom prst="rect">
            <a:avLst/>
          </a:prstGeom>
          <a:solidFill>
            <a:srgbClr val="DADADA"/>
          </a:solidFill>
          <a:ln w="12700">
            <a:solidFill>
              <a:srgbClr val="DADADA"/>
            </a:solidFill>
            <a:prstDash val="solid"/>
          </a:ln>
        </p:spPr>
      </p:sp>
      <p:sp>
        <p:nvSpPr>
          <p:cNvPr id="40" name="Shape 38"/>
          <p:cNvSpPr/>
          <p:nvPr/>
        </p:nvSpPr>
        <p:spPr>
          <a:xfrm>
            <a:off x="548640" y="3095327"/>
            <a:ext cx="4488873" cy="5985"/>
          </a:xfrm>
          <a:prstGeom prst="rect">
            <a:avLst/>
          </a:prstGeom>
          <a:solidFill>
            <a:srgbClr val="DADADA"/>
          </a:solidFill>
          <a:ln w="12700">
            <a:solidFill>
              <a:srgbClr val="DADADA"/>
            </a:solidFill>
            <a:prstDash val="solid"/>
          </a:ln>
        </p:spPr>
      </p:sp>
      <p:sp>
        <p:nvSpPr>
          <p:cNvPr id="41" name="Shape 39"/>
          <p:cNvSpPr/>
          <p:nvPr/>
        </p:nvSpPr>
        <p:spPr>
          <a:xfrm>
            <a:off x="548640" y="3430496"/>
            <a:ext cx="4488873" cy="5985"/>
          </a:xfrm>
          <a:prstGeom prst="rect">
            <a:avLst/>
          </a:prstGeom>
          <a:solidFill>
            <a:srgbClr val="DADADA"/>
          </a:solidFill>
          <a:ln w="12700">
            <a:solidFill>
              <a:srgbClr val="DADADA"/>
            </a:solidFill>
            <a:prstDash val="solid"/>
          </a:ln>
        </p:spPr>
      </p:sp>
      <p:sp>
        <p:nvSpPr>
          <p:cNvPr id="42" name="Shape 40"/>
          <p:cNvSpPr/>
          <p:nvPr/>
        </p:nvSpPr>
        <p:spPr>
          <a:xfrm>
            <a:off x="548640" y="3765665"/>
            <a:ext cx="4488873" cy="5985"/>
          </a:xfrm>
          <a:prstGeom prst="rect">
            <a:avLst/>
          </a:prstGeom>
          <a:solidFill>
            <a:srgbClr val="DADADA"/>
          </a:solidFill>
          <a:ln w="12700">
            <a:solidFill>
              <a:srgbClr val="DADADA"/>
            </a:solidFill>
            <a:prstDash val="solid"/>
          </a:ln>
        </p:spPr>
      </p:sp>
      <p:sp>
        <p:nvSpPr>
          <p:cNvPr id="43" name="Shape 41"/>
          <p:cNvSpPr/>
          <p:nvPr/>
        </p:nvSpPr>
        <p:spPr>
          <a:xfrm>
            <a:off x="548640" y="4100835"/>
            <a:ext cx="4488873" cy="5985"/>
          </a:xfrm>
          <a:prstGeom prst="rect">
            <a:avLst/>
          </a:prstGeom>
          <a:solidFill>
            <a:srgbClr val="DADADA"/>
          </a:solidFill>
          <a:ln w="12700">
            <a:solidFill>
              <a:srgbClr val="DADADA"/>
            </a:solidFill>
            <a:prstDash val="solid"/>
          </a:ln>
        </p:spPr>
      </p:sp>
      <p:sp>
        <p:nvSpPr>
          <p:cNvPr id="44" name="Shape 42"/>
          <p:cNvSpPr/>
          <p:nvPr/>
        </p:nvSpPr>
        <p:spPr>
          <a:xfrm>
            <a:off x="5037513" y="1371600"/>
            <a:ext cx="2094807" cy="2753175"/>
          </a:xfrm>
          <a:prstGeom prst="rect">
            <a:avLst/>
          </a:prstGeom>
          <a:solidFill>
            <a:srgbClr val="ECECEC"/>
          </a:solidFill>
          <a:ln w="6350">
            <a:solidFill>
              <a:srgbClr val="D2D0CB"/>
            </a:solidFill>
            <a:prstDash val="solid"/>
          </a:ln>
        </p:spPr>
      </p:sp>
      <p:sp>
        <p:nvSpPr>
          <p:cNvPr id="45" name="Shape 43"/>
          <p:cNvSpPr/>
          <p:nvPr/>
        </p:nvSpPr>
        <p:spPr>
          <a:xfrm>
            <a:off x="5396623" y="1431452"/>
            <a:ext cx="155614" cy="155614"/>
          </a:xfrm>
          <a:prstGeom prst="ellipse">
            <a:avLst/>
          </a:prstGeom>
          <a:solidFill>
            <a:srgbClr val="8E44E0"/>
          </a:solidFill>
          <a:ln w="12700">
            <a:solidFill>
              <a:srgbClr val="8E44E0"/>
            </a:solidFill>
            <a:prstDash val="solid"/>
          </a:ln>
        </p:spPr>
      </p:sp>
      <p:sp>
        <p:nvSpPr>
          <p:cNvPr id="46" name="Shape 44"/>
          <p:cNvSpPr/>
          <p:nvPr/>
        </p:nvSpPr>
        <p:spPr>
          <a:xfrm>
            <a:off x="5588148" y="1431452"/>
            <a:ext cx="155614" cy="155614"/>
          </a:xfrm>
          <a:prstGeom prst="ellipse">
            <a:avLst/>
          </a:prstGeom>
          <a:solidFill>
            <a:srgbClr val="7A7A7A"/>
          </a:solidFill>
          <a:ln w="12700">
            <a:solidFill>
              <a:srgbClr val="7A7A7A"/>
            </a:solidFill>
            <a:prstDash val="solid"/>
          </a:ln>
        </p:spPr>
      </p:sp>
      <p:sp>
        <p:nvSpPr>
          <p:cNvPr id="47" name="Shape 45"/>
          <p:cNvSpPr/>
          <p:nvPr/>
        </p:nvSpPr>
        <p:spPr>
          <a:xfrm>
            <a:off x="5779673" y="1431452"/>
            <a:ext cx="155614" cy="155614"/>
          </a:xfrm>
          <a:prstGeom prst="ellipse">
            <a:avLst/>
          </a:prstGeom>
          <a:solidFill>
            <a:srgbClr val="7A7A7A"/>
          </a:solidFill>
          <a:ln w="12700">
            <a:solidFill>
              <a:srgbClr val="7A7A7A"/>
            </a:solidFill>
            <a:prstDash val="solid"/>
          </a:ln>
        </p:spPr>
      </p:sp>
      <p:sp>
        <p:nvSpPr>
          <p:cNvPr id="48" name="Shape 46"/>
          <p:cNvSpPr/>
          <p:nvPr/>
        </p:nvSpPr>
        <p:spPr>
          <a:xfrm>
            <a:off x="5396623" y="1622977"/>
            <a:ext cx="155614" cy="155614"/>
          </a:xfrm>
          <a:prstGeom prst="ellipse">
            <a:avLst/>
          </a:prstGeom>
          <a:solidFill>
            <a:srgbClr val="F5C400"/>
          </a:solidFill>
          <a:ln w="12700">
            <a:solidFill>
              <a:srgbClr val="F5C400"/>
            </a:solidFill>
            <a:prstDash val="solid"/>
          </a:ln>
        </p:spPr>
      </p:sp>
      <p:sp>
        <p:nvSpPr>
          <p:cNvPr id="49" name="Shape 47"/>
          <p:cNvSpPr/>
          <p:nvPr/>
        </p:nvSpPr>
        <p:spPr>
          <a:xfrm>
            <a:off x="5588148" y="1622977"/>
            <a:ext cx="155614" cy="155614"/>
          </a:xfrm>
          <a:prstGeom prst="ellipse">
            <a:avLst/>
          </a:prstGeom>
          <a:solidFill>
            <a:srgbClr val="F5C400"/>
          </a:solidFill>
          <a:ln w="12700">
            <a:solidFill>
              <a:srgbClr val="F5C400"/>
            </a:solidFill>
            <a:prstDash val="solid"/>
          </a:ln>
        </p:spPr>
      </p:sp>
      <p:sp>
        <p:nvSpPr>
          <p:cNvPr id="50" name="Shape 48"/>
          <p:cNvSpPr/>
          <p:nvPr/>
        </p:nvSpPr>
        <p:spPr>
          <a:xfrm>
            <a:off x="5779673" y="1622977"/>
            <a:ext cx="155614" cy="155614"/>
          </a:xfrm>
          <a:prstGeom prst="ellipse">
            <a:avLst/>
          </a:prstGeom>
          <a:solidFill>
            <a:srgbClr val="8B0000"/>
          </a:solidFill>
          <a:ln w="12700">
            <a:solidFill>
              <a:srgbClr val="8B0000"/>
            </a:solidFill>
            <a:prstDash val="solid"/>
          </a:ln>
        </p:spPr>
      </p:sp>
      <p:sp>
        <p:nvSpPr>
          <p:cNvPr id="51" name="Shape 49"/>
          <p:cNvSpPr/>
          <p:nvPr/>
        </p:nvSpPr>
        <p:spPr>
          <a:xfrm>
            <a:off x="5396623" y="1814502"/>
            <a:ext cx="155614" cy="155614"/>
          </a:xfrm>
          <a:prstGeom prst="ellipse">
            <a:avLst/>
          </a:prstGeom>
          <a:solidFill>
            <a:srgbClr val="2FB94A"/>
          </a:solidFill>
          <a:ln w="12700">
            <a:solidFill>
              <a:srgbClr val="2FB94A"/>
            </a:solidFill>
            <a:prstDash val="solid"/>
          </a:ln>
        </p:spPr>
      </p:sp>
      <p:sp>
        <p:nvSpPr>
          <p:cNvPr id="52" name="Shape 50"/>
          <p:cNvSpPr/>
          <p:nvPr/>
        </p:nvSpPr>
        <p:spPr>
          <a:xfrm>
            <a:off x="5588148" y="1814502"/>
            <a:ext cx="155614" cy="155614"/>
          </a:xfrm>
          <a:prstGeom prst="ellipse">
            <a:avLst/>
          </a:prstGeom>
          <a:solidFill>
            <a:srgbClr val="C9A07A"/>
          </a:solidFill>
          <a:ln w="12700">
            <a:solidFill>
              <a:srgbClr val="C9A07A"/>
            </a:solidFill>
            <a:prstDash val="solid"/>
          </a:ln>
        </p:spPr>
      </p:sp>
      <p:sp>
        <p:nvSpPr>
          <p:cNvPr id="53" name="Shape 51"/>
          <p:cNvSpPr/>
          <p:nvPr/>
        </p:nvSpPr>
        <p:spPr>
          <a:xfrm>
            <a:off x="5779673" y="1814502"/>
            <a:ext cx="155614" cy="155614"/>
          </a:xfrm>
          <a:prstGeom prst="ellipse">
            <a:avLst/>
          </a:prstGeom>
          <a:solidFill>
            <a:srgbClr val="C9A07A"/>
          </a:solidFill>
          <a:ln w="12700">
            <a:solidFill>
              <a:srgbClr val="C9A07A"/>
            </a:solidFill>
            <a:prstDash val="solid"/>
          </a:ln>
        </p:spPr>
      </p:sp>
      <p:sp>
        <p:nvSpPr>
          <p:cNvPr id="54" name="Shape 52"/>
          <p:cNvSpPr/>
          <p:nvPr/>
        </p:nvSpPr>
        <p:spPr>
          <a:xfrm>
            <a:off x="5306845" y="3167149"/>
            <a:ext cx="718220" cy="161599"/>
          </a:xfrm>
          <a:prstGeom prst="rect">
            <a:avLst/>
          </a:prstGeom>
          <a:solidFill>
            <a:srgbClr val="8E7A9E"/>
          </a:solidFill>
          <a:ln w="12700">
            <a:solidFill>
              <a:srgbClr val="8E7A9E"/>
            </a:solidFill>
            <a:prstDash val="solid"/>
          </a:ln>
        </p:spPr>
      </p:sp>
      <p:sp>
        <p:nvSpPr>
          <p:cNvPr id="55" name="Shape 53"/>
          <p:cNvSpPr/>
          <p:nvPr/>
        </p:nvSpPr>
        <p:spPr>
          <a:xfrm>
            <a:off x="6031050" y="3179119"/>
            <a:ext cx="23941" cy="137659"/>
          </a:xfrm>
          <a:prstGeom prst="rect">
            <a:avLst/>
          </a:prstGeom>
          <a:solidFill>
            <a:srgbClr val="2FB94A"/>
          </a:solidFill>
          <a:ln w="12700">
            <a:solidFill>
              <a:srgbClr val="2FB94A"/>
            </a:solidFill>
            <a:prstDash val="solid"/>
          </a:ln>
        </p:spPr>
      </p:sp>
      <p:sp>
        <p:nvSpPr>
          <p:cNvPr id="56" name="Shape 54"/>
          <p:cNvSpPr/>
          <p:nvPr/>
        </p:nvSpPr>
        <p:spPr>
          <a:xfrm>
            <a:off x="5306845" y="3352689"/>
            <a:ext cx="718220" cy="161599"/>
          </a:xfrm>
          <a:prstGeom prst="rect">
            <a:avLst/>
          </a:prstGeom>
          <a:solidFill>
            <a:srgbClr val="C9A7E6"/>
          </a:solidFill>
          <a:ln w="12700">
            <a:solidFill>
              <a:srgbClr val="C9A7E6"/>
            </a:solidFill>
            <a:prstDash val="solid"/>
          </a:ln>
        </p:spPr>
      </p:sp>
      <p:sp>
        <p:nvSpPr>
          <p:cNvPr id="57" name="Shape 55"/>
          <p:cNvSpPr/>
          <p:nvPr/>
        </p:nvSpPr>
        <p:spPr>
          <a:xfrm>
            <a:off x="6031050" y="3364659"/>
            <a:ext cx="23941" cy="137659"/>
          </a:xfrm>
          <a:prstGeom prst="rect">
            <a:avLst/>
          </a:prstGeom>
          <a:solidFill>
            <a:srgbClr val="2FB94A"/>
          </a:solidFill>
          <a:ln w="12700">
            <a:solidFill>
              <a:srgbClr val="2FB94A"/>
            </a:solidFill>
            <a:prstDash val="solid"/>
          </a:ln>
        </p:spPr>
      </p:sp>
      <p:sp>
        <p:nvSpPr>
          <p:cNvPr id="58" name="Shape 56"/>
          <p:cNvSpPr/>
          <p:nvPr/>
        </p:nvSpPr>
        <p:spPr>
          <a:xfrm>
            <a:off x="5073424" y="3562170"/>
            <a:ext cx="1185062" cy="74815"/>
          </a:xfrm>
          <a:prstGeom prst="rect">
            <a:avLst/>
          </a:prstGeom>
          <a:solidFill>
            <a:srgbClr val="E68FE0"/>
          </a:solidFill>
          <a:ln w="12700">
            <a:solidFill>
              <a:srgbClr val="E68FE0"/>
            </a:solidFill>
            <a:prstDash val="solid"/>
          </a:ln>
        </p:spPr>
      </p:sp>
      <p:sp>
        <p:nvSpPr>
          <p:cNvPr id="59" name="Shape 57"/>
          <p:cNvSpPr/>
          <p:nvPr/>
        </p:nvSpPr>
        <p:spPr>
          <a:xfrm>
            <a:off x="5073424" y="3654940"/>
            <a:ext cx="1185062" cy="74815"/>
          </a:xfrm>
          <a:prstGeom prst="rect">
            <a:avLst/>
          </a:prstGeom>
          <a:solidFill>
            <a:srgbClr val="FFA500"/>
          </a:solidFill>
          <a:ln w="12700">
            <a:solidFill>
              <a:srgbClr val="FFA500"/>
            </a:solidFill>
            <a:prstDash val="solid"/>
          </a:ln>
        </p:spPr>
      </p:sp>
      <p:sp>
        <p:nvSpPr>
          <p:cNvPr id="60" name="Shape 58"/>
          <p:cNvSpPr/>
          <p:nvPr/>
        </p:nvSpPr>
        <p:spPr>
          <a:xfrm>
            <a:off x="5073424" y="3747710"/>
            <a:ext cx="1185062" cy="74815"/>
          </a:xfrm>
          <a:prstGeom prst="rect">
            <a:avLst/>
          </a:prstGeom>
          <a:solidFill>
            <a:srgbClr val="90EE90"/>
          </a:solidFill>
          <a:ln w="12700">
            <a:solidFill>
              <a:srgbClr val="90EE90"/>
            </a:solidFill>
            <a:prstDash val="solid"/>
          </a:ln>
        </p:spPr>
      </p:sp>
      <p:sp>
        <p:nvSpPr>
          <p:cNvPr id="61" name="Shape 59"/>
          <p:cNvSpPr/>
          <p:nvPr/>
        </p:nvSpPr>
        <p:spPr>
          <a:xfrm>
            <a:off x="5073424" y="3840480"/>
            <a:ext cx="1185062" cy="74815"/>
          </a:xfrm>
          <a:prstGeom prst="rect">
            <a:avLst/>
          </a:prstGeom>
          <a:solidFill>
            <a:srgbClr val="FF6B6B"/>
          </a:solidFill>
          <a:ln w="12700">
            <a:solidFill>
              <a:srgbClr val="FF6B6B"/>
            </a:solidFill>
            <a:prstDash val="solid"/>
          </a:ln>
        </p:spPr>
      </p:sp>
      <p:sp>
        <p:nvSpPr>
          <p:cNvPr id="62" name="Shape 60"/>
          <p:cNvSpPr/>
          <p:nvPr/>
        </p:nvSpPr>
        <p:spPr>
          <a:xfrm>
            <a:off x="5073424" y="3933250"/>
            <a:ext cx="1185062" cy="74815"/>
          </a:xfrm>
          <a:prstGeom prst="rect">
            <a:avLst/>
          </a:prstGeom>
          <a:solidFill>
            <a:srgbClr val="7FB2E5"/>
          </a:solidFill>
          <a:ln w="12700">
            <a:solidFill>
              <a:srgbClr val="7FB2E5"/>
            </a:solidFill>
            <a:prstDash val="solid"/>
          </a:ln>
        </p:spPr>
      </p:sp>
      <p:sp>
        <p:nvSpPr>
          <p:cNvPr id="63" name="Shape 61"/>
          <p:cNvSpPr/>
          <p:nvPr/>
        </p:nvSpPr>
        <p:spPr>
          <a:xfrm>
            <a:off x="5073424" y="4026020"/>
            <a:ext cx="1185062" cy="74815"/>
          </a:xfrm>
          <a:prstGeom prst="rect">
            <a:avLst/>
          </a:prstGeom>
          <a:solidFill>
            <a:srgbClr val="B0B0B0"/>
          </a:solidFill>
          <a:ln w="12700">
            <a:solidFill>
              <a:srgbClr val="B0B0B0"/>
            </a:solidFill>
            <a:prstDash val="solid"/>
          </a:ln>
        </p:spPr>
      </p:sp>
      <p:sp>
        <p:nvSpPr>
          <p:cNvPr id="64" name="Shape 62"/>
          <p:cNvSpPr/>
          <p:nvPr/>
        </p:nvSpPr>
        <p:spPr>
          <a:xfrm>
            <a:off x="6330308" y="1419481"/>
            <a:ext cx="766101" cy="239407"/>
          </a:xfrm>
          <a:prstGeom prst="rect">
            <a:avLst/>
          </a:prstGeom>
          <a:solidFill>
            <a:srgbClr val="F4F4F4"/>
          </a:solidFill>
          <a:ln w="12700">
            <a:solidFill>
              <a:srgbClr val="000000"/>
            </a:solidFill>
            <a:prstDash val="solid"/>
          </a:ln>
        </p:spPr>
      </p:sp>
      <p:sp>
        <p:nvSpPr>
          <p:cNvPr id="65" name="Text 63"/>
          <p:cNvSpPr txBox="1"/>
          <p:nvPr/>
        </p:nvSpPr>
        <p:spPr>
          <a:xfrm>
            <a:off x="6330308" y="1419481"/>
            <a:ext cx="766101" cy="239407"/>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 Group</a:t>
            </a:r>
            <a:endParaRPr lang="en-US" sz="600" dirty="0"/>
          </a:p>
        </p:txBody>
      </p:sp>
      <p:sp>
        <p:nvSpPr>
          <p:cNvPr id="66" name="Shape 64"/>
          <p:cNvSpPr/>
          <p:nvPr/>
        </p:nvSpPr>
        <p:spPr>
          <a:xfrm>
            <a:off x="6330308" y="1730710"/>
            <a:ext cx="766101" cy="119703"/>
          </a:xfrm>
          <a:prstGeom prst="rect">
            <a:avLst/>
          </a:prstGeom>
          <a:solidFill>
            <a:srgbClr val="B9B4AE"/>
          </a:solidFill>
          <a:ln w="12700">
            <a:solidFill>
              <a:srgbClr val="B9B4AE"/>
            </a:solidFill>
            <a:prstDash val="solid"/>
          </a:ln>
        </p:spPr>
      </p:sp>
      <p:sp>
        <p:nvSpPr>
          <p:cNvPr id="67" name="Text 65"/>
          <p:cNvSpPr txBox="1"/>
          <p:nvPr/>
        </p:nvSpPr>
        <p:spPr>
          <a:xfrm>
            <a:off x="6366219" y="1730710"/>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68" name="Text 66"/>
          <p:cNvSpPr txBox="1"/>
          <p:nvPr/>
        </p:nvSpPr>
        <p:spPr>
          <a:xfrm>
            <a:off x="6366219" y="1874354"/>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69" name="Text 67"/>
          <p:cNvSpPr txBox="1"/>
          <p:nvPr/>
        </p:nvSpPr>
        <p:spPr>
          <a:xfrm>
            <a:off x="6366219" y="2017998"/>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70" name="Shape 68"/>
          <p:cNvSpPr/>
          <p:nvPr/>
        </p:nvSpPr>
        <p:spPr>
          <a:xfrm>
            <a:off x="6330308" y="2161642"/>
            <a:ext cx="766101" cy="119703"/>
          </a:xfrm>
          <a:prstGeom prst="rect">
            <a:avLst/>
          </a:prstGeom>
          <a:solidFill>
            <a:srgbClr val="B9B4AE"/>
          </a:solidFill>
          <a:ln w="12700">
            <a:solidFill>
              <a:srgbClr val="B9B4AE"/>
            </a:solidFill>
            <a:prstDash val="solid"/>
          </a:ln>
        </p:spPr>
      </p:sp>
      <p:sp>
        <p:nvSpPr>
          <p:cNvPr id="71" name="Text 69"/>
          <p:cNvSpPr txBox="1"/>
          <p:nvPr/>
        </p:nvSpPr>
        <p:spPr>
          <a:xfrm>
            <a:off x="6366219" y="2161642"/>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2</a:t>
            </a:r>
            <a:endParaRPr lang="en-US" sz="500" dirty="0"/>
          </a:p>
        </p:txBody>
      </p:sp>
      <p:sp>
        <p:nvSpPr>
          <p:cNvPr id="72" name="Text 70"/>
          <p:cNvSpPr txBox="1"/>
          <p:nvPr/>
        </p:nvSpPr>
        <p:spPr>
          <a:xfrm>
            <a:off x="548640" y="4179639"/>
            <a:ext cx="658368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canvas 750 px  ·  layer panel 350 px  ·  group column 140 px  (window 1100 px)</a:t>
            </a:r>
            <a:endParaRPr lang="en-US" sz="950" dirty="0"/>
          </a:p>
        </p:txBody>
      </p:sp>
      <p:sp>
        <p:nvSpPr>
          <p:cNvPr id="73" name="Shape 71"/>
          <p:cNvSpPr/>
          <p:nvPr/>
        </p:nvSpPr>
        <p:spPr>
          <a:xfrm>
            <a:off x="6594487" y="2030799"/>
            <a:ext cx="237744" cy="237744"/>
          </a:xfrm>
          <a:prstGeom prst="ellipse">
            <a:avLst/>
          </a:prstGeom>
          <a:solidFill>
            <a:srgbClr val="C2410C"/>
          </a:solidFill>
          <a:ln w="12700">
            <a:solidFill>
              <a:srgbClr val="C2410C"/>
            </a:solidFill>
            <a:prstDash val="solid"/>
          </a:ln>
        </p:spPr>
      </p:sp>
      <p:sp>
        <p:nvSpPr>
          <p:cNvPr id="74" name="Text 72"/>
          <p:cNvSpPr txBox="1"/>
          <p:nvPr/>
        </p:nvSpPr>
        <p:spPr>
          <a:xfrm>
            <a:off x="6594487" y="2030799"/>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5" name="Shape 73"/>
          <p:cNvSpPr/>
          <p:nvPr/>
        </p:nvSpPr>
        <p:spPr>
          <a:xfrm>
            <a:off x="5547083" y="2665227"/>
            <a:ext cx="237744" cy="237744"/>
          </a:xfrm>
          <a:prstGeom prst="ellipse">
            <a:avLst/>
          </a:prstGeom>
          <a:solidFill>
            <a:srgbClr val="C2410C"/>
          </a:solidFill>
          <a:ln w="12700">
            <a:solidFill>
              <a:srgbClr val="C2410C"/>
            </a:solidFill>
            <a:prstDash val="solid"/>
          </a:ln>
        </p:spPr>
      </p:sp>
      <p:sp>
        <p:nvSpPr>
          <p:cNvPr id="76" name="Text 74"/>
          <p:cNvSpPr txBox="1"/>
          <p:nvPr/>
        </p:nvSpPr>
        <p:spPr>
          <a:xfrm>
            <a:off x="5547083" y="2665227"/>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77" name="Shape 75"/>
          <p:cNvSpPr/>
          <p:nvPr/>
        </p:nvSpPr>
        <p:spPr>
          <a:xfrm>
            <a:off x="4918641" y="2665227"/>
            <a:ext cx="237744" cy="237744"/>
          </a:xfrm>
          <a:prstGeom prst="ellipse">
            <a:avLst/>
          </a:prstGeom>
          <a:solidFill>
            <a:srgbClr val="C2410C"/>
          </a:solidFill>
          <a:ln w="12700">
            <a:solidFill>
              <a:srgbClr val="C2410C"/>
            </a:solidFill>
            <a:prstDash val="solid"/>
          </a:ln>
        </p:spPr>
      </p:sp>
      <p:sp>
        <p:nvSpPr>
          <p:cNvPr id="78" name="Text 76"/>
          <p:cNvSpPr txBox="1"/>
          <p:nvPr/>
        </p:nvSpPr>
        <p:spPr>
          <a:xfrm>
            <a:off x="4918641" y="2665227"/>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79" name="Shape 77"/>
          <p:cNvSpPr/>
          <p:nvPr/>
        </p:nvSpPr>
        <p:spPr>
          <a:xfrm>
            <a:off x="7589520" y="1371600"/>
            <a:ext cx="4023360" cy="1051560"/>
          </a:xfrm>
          <a:prstGeom prst="roundRect">
            <a:avLst>
              <a:gd name="adj" fmla="val 6957"/>
            </a:avLst>
          </a:prstGeom>
          <a:solidFill>
            <a:srgbClr val="F3F2EF"/>
          </a:solidFill>
          <a:ln w="9525">
            <a:solidFill>
              <a:srgbClr val="DCD9D2"/>
            </a:solidFill>
            <a:prstDash val="solid"/>
          </a:ln>
        </p:spPr>
      </p:sp>
      <p:sp>
        <p:nvSpPr>
          <p:cNvPr id="80" name="Text 78"/>
          <p:cNvSpPr txBox="1"/>
          <p:nvPr/>
        </p:nvSpPr>
        <p:spPr>
          <a:xfrm>
            <a:off x="7818120" y="1481328"/>
            <a:ext cx="1828800" cy="548640"/>
          </a:xfrm>
          <a:prstGeom prst="rect">
            <a:avLst/>
          </a:prstGeom>
          <a:noFill/>
          <a:ln/>
        </p:spPr>
        <p:txBody>
          <a:bodyPr wrap="square" lIns="0" tIns="0" rIns="0" bIns="0" rtlCol="0" anchor="ctr"/>
          <a:lstStyle/>
          <a:p>
            <a:pPr indent="0" marL="0">
              <a:buNone/>
            </a:pPr>
            <a:r>
              <a:rPr lang="en-US" sz="3200" b="1" dirty="0">
                <a:solidFill>
                  <a:srgbClr val="A34D92"/>
                </a:solidFill>
                <a:latin typeface="Cambria" pitchFamily="34" charset="0"/>
                <a:ea typeface="Cambria" pitchFamily="34" charset="-122"/>
                <a:cs typeface="Cambria" pitchFamily="34" charset="-120"/>
              </a:rPr>
              <a:t>140 px</a:t>
            </a:r>
            <a:endParaRPr lang="en-US" sz="3200" dirty="0"/>
          </a:p>
        </p:txBody>
      </p:sp>
      <p:sp>
        <p:nvSpPr>
          <p:cNvPr id="81" name="Text 79"/>
          <p:cNvSpPr txBox="1"/>
          <p:nvPr/>
        </p:nvSpPr>
        <p:spPr>
          <a:xfrm>
            <a:off x="7818120" y="2011680"/>
            <a:ext cx="3657600" cy="320040"/>
          </a:xfrm>
          <a:prstGeom prst="rect">
            <a:avLst/>
          </a:prstGeom>
          <a:noFill/>
          <a:ln/>
        </p:spPr>
        <p:txBody>
          <a:bodyPr wrap="square" lIns="0" tIns="0" rIns="0" bIns="0" rtlCol="0" anchor="ctr"/>
          <a:lstStyle/>
          <a:p>
            <a:pPr indent="0" marL="0">
              <a:buNone/>
            </a:pPr>
            <a:r>
              <a:rPr lang="en-US" sz="1200" dirty="0">
                <a:solidFill>
                  <a:srgbClr val="6B6862"/>
                </a:solidFill>
                <a:latin typeface="Calibri" pitchFamily="34" charset="0"/>
                <a:ea typeface="Calibri" pitchFamily="34" charset="-122"/>
                <a:cs typeface="Calibri" pitchFamily="34" charset="-120"/>
              </a:rPr>
              <a:t>group column, fixed width</a:t>
            </a:r>
            <a:endParaRPr lang="en-US" sz="1200" dirty="0"/>
          </a:p>
        </p:txBody>
      </p:sp>
      <p:sp>
        <p:nvSpPr>
          <p:cNvPr id="82" name="Shape 80"/>
          <p:cNvSpPr/>
          <p:nvPr/>
        </p:nvSpPr>
        <p:spPr>
          <a:xfrm>
            <a:off x="7589520" y="2606040"/>
            <a:ext cx="4023360" cy="1051560"/>
          </a:xfrm>
          <a:prstGeom prst="roundRect">
            <a:avLst>
              <a:gd name="adj" fmla="val 6957"/>
            </a:avLst>
          </a:prstGeom>
          <a:solidFill>
            <a:srgbClr val="F3F2EF"/>
          </a:solidFill>
          <a:ln w="9525">
            <a:solidFill>
              <a:srgbClr val="DCD9D2"/>
            </a:solidFill>
            <a:prstDash val="solid"/>
          </a:ln>
        </p:spPr>
      </p:sp>
      <p:sp>
        <p:nvSpPr>
          <p:cNvPr id="83" name="Text 81"/>
          <p:cNvSpPr txBox="1"/>
          <p:nvPr/>
        </p:nvSpPr>
        <p:spPr>
          <a:xfrm>
            <a:off x="7818120" y="2715768"/>
            <a:ext cx="1828800" cy="548640"/>
          </a:xfrm>
          <a:prstGeom prst="rect">
            <a:avLst/>
          </a:prstGeom>
          <a:noFill/>
          <a:ln/>
        </p:spPr>
        <p:txBody>
          <a:bodyPr wrap="square" lIns="0" tIns="0" rIns="0" bIns="0" rtlCol="0" anchor="ctr"/>
          <a:lstStyle/>
          <a:p>
            <a:pPr indent="0" marL="0">
              <a:buNone/>
            </a:pPr>
            <a:r>
              <a:rPr lang="en-US" sz="3200" b="1" dirty="0">
                <a:solidFill>
                  <a:srgbClr val="A34D92"/>
                </a:solidFill>
                <a:latin typeface="Cambria" pitchFamily="34" charset="0"/>
                <a:ea typeface="Cambria" pitchFamily="34" charset="-122"/>
                <a:cs typeface="Cambria" pitchFamily="34" charset="-120"/>
              </a:rPr>
              <a:t>350 px</a:t>
            </a:r>
            <a:endParaRPr lang="en-US" sz="3200" dirty="0"/>
          </a:p>
        </p:txBody>
      </p:sp>
      <p:sp>
        <p:nvSpPr>
          <p:cNvPr id="84" name="Text 82"/>
          <p:cNvSpPr txBox="1"/>
          <p:nvPr/>
        </p:nvSpPr>
        <p:spPr>
          <a:xfrm>
            <a:off x="7818120" y="3246120"/>
            <a:ext cx="3657600" cy="320040"/>
          </a:xfrm>
          <a:prstGeom prst="rect">
            <a:avLst/>
          </a:prstGeom>
          <a:noFill/>
          <a:ln/>
        </p:spPr>
        <p:txBody>
          <a:bodyPr wrap="square" lIns="0" tIns="0" rIns="0" bIns="0" rtlCol="0" anchor="ctr"/>
          <a:lstStyle/>
          <a:p>
            <a:pPr indent="0" marL="0">
              <a:buNone/>
            </a:pPr>
            <a:r>
              <a:rPr lang="en-US" sz="1200" dirty="0">
                <a:solidFill>
                  <a:srgbClr val="6B6862"/>
                </a:solidFill>
                <a:latin typeface="Calibri" pitchFamily="34" charset="0"/>
                <a:ea typeface="Calibri" pitchFamily="34" charset="-122"/>
                <a:cs typeface="Calibri" pitchFamily="34" charset="-120"/>
              </a:rPr>
              <a:t>layer panel minimum</a:t>
            </a:r>
            <a:endParaRPr lang="en-US" sz="1200" dirty="0"/>
          </a:p>
        </p:txBody>
      </p:sp>
      <p:sp>
        <p:nvSpPr>
          <p:cNvPr id="85" name="Shape 83"/>
          <p:cNvSpPr/>
          <p:nvPr/>
        </p:nvSpPr>
        <p:spPr>
          <a:xfrm>
            <a:off x="7589520" y="3840480"/>
            <a:ext cx="4023360" cy="1051560"/>
          </a:xfrm>
          <a:prstGeom prst="roundRect">
            <a:avLst>
              <a:gd name="adj" fmla="val 6957"/>
            </a:avLst>
          </a:prstGeom>
          <a:solidFill>
            <a:srgbClr val="F3F2EF"/>
          </a:solidFill>
          <a:ln w="9525">
            <a:solidFill>
              <a:srgbClr val="DCD9D2"/>
            </a:solidFill>
            <a:prstDash val="solid"/>
          </a:ln>
        </p:spPr>
      </p:sp>
      <p:sp>
        <p:nvSpPr>
          <p:cNvPr id="86" name="Text 84"/>
          <p:cNvSpPr txBox="1"/>
          <p:nvPr/>
        </p:nvSpPr>
        <p:spPr>
          <a:xfrm>
            <a:off x="7818120" y="3950208"/>
            <a:ext cx="1828800" cy="548640"/>
          </a:xfrm>
          <a:prstGeom prst="rect">
            <a:avLst/>
          </a:prstGeom>
          <a:noFill/>
          <a:ln/>
        </p:spPr>
        <p:txBody>
          <a:bodyPr wrap="square" lIns="0" tIns="0" rIns="0" bIns="0" rtlCol="0" anchor="ctr"/>
          <a:lstStyle/>
          <a:p>
            <a:pPr indent="0" marL="0">
              <a:buNone/>
            </a:pPr>
            <a:r>
              <a:rPr lang="en-US" sz="3200" b="1" dirty="0">
                <a:solidFill>
                  <a:srgbClr val="A34D92"/>
                </a:solidFill>
                <a:latin typeface="Cambria" pitchFamily="34" charset="0"/>
                <a:ea typeface="Cambria" pitchFamily="34" charset="-122"/>
                <a:cs typeface="Cambria" pitchFamily="34" charset="-120"/>
              </a:rPr>
              <a:t>0</a:t>
            </a:r>
            <a:endParaRPr lang="en-US" sz="3200" dirty="0"/>
          </a:p>
        </p:txBody>
      </p:sp>
      <p:sp>
        <p:nvSpPr>
          <p:cNvPr id="87" name="Text 85"/>
          <p:cNvSpPr txBox="1"/>
          <p:nvPr/>
        </p:nvSpPr>
        <p:spPr>
          <a:xfrm>
            <a:off x="7818120" y="4480560"/>
            <a:ext cx="3657600" cy="320040"/>
          </a:xfrm>
          <a:prstGeom prst="rect">
            <a:avLst/>
          </a:prstGeom>
          <a:noFill/>
          <a:ln/>
        </p:spPr>
        <p:txBody>
          <a:bodyPr wrap="square" lIns="0" tIns="0" rIns="0" bIns="0" rtlCol="0" anchor="ctr"/>
          <a:lstStyle/>
          <a:p>
            <a:pPr indent="0" marL="0">
              <a:buNone/>
            </a:pPr>
            <a:r>
              <a:rPr lang="en-US" sz="1200" dirty="0">
                <a:solidFill>
                  <a:srgbClr val="6B6862"/>
                </a:solidFill>
                <a:latin typeface="Calibri" pitchFamily="34" charset="0"/>
                <a:ea typeface="Calibri" pitchFamily="34" charset="-122"/>
                <a:cs typeface="Calibri" pitchFamily="34" charset="-120"/>
              </a:rPr>
              <a:t>ways to hide it today</a:t>
            </a:r>
            <a:endParaRPr lang="en-US" sz="1200" dirty="0"/>
          </a:p>
        </p:txBody>
      </p:sp>
      <p:sp>
        <p:nvSpPr>
          <p:cNvPr id="88" name="Text 86"/>
          <p:cNvSpPr txBox="1"/>
          <p:nvPr/>
        </p:nvSpPr>
        <p:spPr>
          <a:xfrm>
            <a:off x="548640" y="4892040"/>
            <a:ext cx="6766560" cy="137160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1  Group column: the Create Group button and the group tree, a fixed 140 px inside the layer panel.</a:t>
            </a:r>
            <a:endParaRPr lang="en-US" sz="1250" dirty="0"/>
          </a:p>
          <a:p>
            <a:pPr indent="0" marL="0">
              <a:buNone/>
            </a:pPr>
            <a:r>
              <a:rPr lang="en-US" sz="1250" dirty="0">
                <a:solidFill>
                  <a:srgbClr val="6B6862"/>
                </a:solidFill>
                <a:latin typeface="Calibri" pitchFamily="34" charset="0"/>
                <a:ea typeface="Calibri" pitchFamily="34" charset="-122"/>
                <a:cs typeface="Calibri" pitchFamily="34" charset="-120"/>
              </a:rPr>
              <a:t>2  The inner splitter between the layer list and the group column is locked: no collapse, no drag.</a:t>
            </a:r>
            <a:endParaRPr lang="en-US" sz="1250" dirty="0"/>
          </a:p>
          <a:p>
            <a:pPr indent="0" marL="0">
              <a:buNone/>
            </a:pPr>
            <a:r>
              <a:rPr lang="en-US" sz="1250" dirty="0">
                <a:solidFill>
                  <a:srgbClr val="6B6862"/>
                </a:solidFill>
                <a:latin typeface="Calibri" pitchFamily="34" charset="0"/>
                <a:ea typeface="Calibri" pitchFamily="34" charset="-122"/>
                <a:cs typeface="Calibri" pitchFamily="34" charset="-120"/>
              </a:rPr>
              <a:t>3  The outer splitter can move, but the panel cannot go below 350 px, so the canvas never gets the room back.</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Group panel · option B</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SHARED BY ALL THREE</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Ground rules every variant follows</a:t>
            </a:r>
            <a:endParaRPr lang="en-US" sz="3200" dirty="0"/>
          </a:p>
        </p:txBody>
      </p:sp>
      <p:sp>
        <p:nvSpPr>
          <p:cNvPr id="6" name="Shape 4"/>
          <p:cNvSpPr/>
          <p:nvPr/>
        </p:nvSpPr>
        <p:spPr>
          <a:xfrm>
            <a:off x="548640" y="1417320"/>
            <a:ext cx="384048" cy="384048"/>
          </a:xfrm>
          <a:prstGeom prst="ellipse">
            <a:avLst/>
          </a:prstGeom>
          <a:solidFill>
            <a:srgbClr val="A34D92"/>
          </a:solidFill>
          <a:ln w="12700">
            <a:solidFill>
              <a:srgbClr val="A34D92"/>
            </a:solidFill>
            <a:prstDash val="solid"/>
          </a:ln>
        </p:spPr>
      </p:sp>
      <p:sp>
        <p:nvSpPr>
          <p:cNvPr id="7" name="Text 5"/>
          <p:cNvSpPr txBox="1"/>
          <p:nvPr/>
        </p:nvSpPr>
        <p:spPr>
          <a:xfrm>
            <a:off x="548640" y="1417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97280" y="1371600"/>
            <a:ext cx="4846320" cy="36576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Canvas gains the room</a:t>
            </a:r>
            <a:endParaRPr lang="en-US" sz="1600" dirty="0"/>
          </a:p>
        </p:txBody>
      </p:sp>
      <p:sp>
        <p:nvSpPr>
          <p:cNvPr id="9" name="Text 7"/>
          <p:cNvSpPr txBox="1"/>
          <p:nvPr/>
        </p:nvSpPr>
        <p:spPr>
          <a:xfrm>
            <a:off x="1097280" y="1783080"/>
            <a:ext cx="4846320" cy="109728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When groups are hidden, the layer panel minimum drops from 350 px toward 210 px and the canvas grows. The outer splitter still lets you drag the layer list wider.</a:t>
            </a:r>
            <a:endParaRPr lang="en-US" sz="1250" dirty="0"/>
          </a:p>
        </p:txBody>
      </p:sp>
      <p:sp>
        <p:nvSpPr>
          <p:cNvPr id="10" name="Shape 8"/>
          <p:cNvSpPr/>
          <p:nvPr/>
        </p:nvSpPr>
        <p:spPr>
          <a:xfrm>
            <a:off x="6217920" y="1417320"/>
            <a:ext cx="384048" cy="384048"/>
          </a:xfrm>
          <a:prstGeom prst="ellipse">
            <a:avLst/>
          </a:prstGeom>
          <a:solidFill>
            <a:srgbClr val="A34D92"/>
          </a:solidFill>
          <a:ln w="12700">
            <a:solidFill>
              <a:srgbClr val="A34D92"/>
            </a:solidFill>
            <a:prstDash val="solid"/>
          </a:ln>
        </p:spPr>
      </p:sp>
      <p:sp>
        <p:nvSpPr>
          <p:cNvPr id="11" name="Text 9"/>
          <p:cNvSpPr txBox="1"/>
          <p:nvPr/>
        </p:nvSpPr>
        <p:spPr>
          <a:xfrm>
            <a:off x="6217920" y="1417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766560" y="1371600"/>
            <a:ext cx="4846320" cy="36576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Remembered between sessions</a:t>
            </a:r>
            <a:endParaRPr lang="en-US" sz="1600" dirty="0"/>
          </a:p>
        </p:txBody>
      </p:sp>
      <p:sp>
        <p:nvSpPr>
          <p:cNvPr id="13" name="Text 11"/>
          <p:cNvSpPr txBox="1"/>
          <p:nvPr/>
        </p:nvSpPr>
        <p:spPr>
          <a:xfrm>
            <a:off x="6766560" y="1783080"/>
            <a:ext cx="4846320" cy="109728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One line in the settings file, written with the same read-modify-write the Tabs edge position uses, so the settings dialog keeps its own lines.</a:t>
            </a:r>
            <a:endParaRPr lang="en-US" sz="1250" dirty="0"/>
          </a:p>
        </p:txBody>
      </p:sp>
      <p:sp>
        <p:nvSpPr>
          <p:cNvPr id="14" name="Shape 12"/>
          <p:cNvSpPr/>
          <p:nvPr/>
        </p:nvSpPr>
        <p:spPr>
          <a:xfrm>
            <a:off x="548640" y="3017520"/>
            <a:ext cx="384048" cy="384048"/>
          </a:xfrm>
          <a:prstGeom prst="ellipse">
            <a:avLst/>
          </a:prstGeom>
          <a:solidFill>
            <a:srgbClr val="A34D92"/>
          </a:solidFill>
          <a:ln w="12700">
            <a:solidFill>
              <a:srgbClr val="A34D92"/>
            </a:solidFill>
            <a:prstDash val="solid"/>
          </a:ln>
        </p:spPr>
      </p:sp>
      <p:sp>
        <p:nvSpPr>
          <p:cNvPr id="15" name="Text 13"/>
          <p:cNvSpPr txBox="1"/>
          <p:nvPr/>
        </p:nvSpPr>
        <p:spPr>
          <a:xfrm>
            <a:off x="548640" y="3017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097280" y="2971800"/>
            <a:ext cx="4846320" cy="36576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One shortcut, everywhere</a:t>
            </a:r>
            <a:endParaRPr lang="en-US" sz="1600" dirty="0"/>
          </a:p>
        </p:txBody>
      </p:sp>
      <p:sp>
        <p:nvSpPr>
          <p:cNvPr id="17" name="Text 15"/>
          <p:cNvSpPr txBox="1"/>
          <p:nvPr/>
        </p:nvSpPr>
        <p:spPr>
          <a:xfrm>
            <a:off x="1097280" y="3383280"/>
            <a:ext cx="4846320" cy="109728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Ctrl+G (Cmd+G on macOS) toggles the same state as the on-screen control. The app has no shortcuts yet, so this is the first.</a:t>
            </a:r>
            <a:endParaRPr lang="en-US" sz="1250" dirty="0"/>
          </a:p>
        </p:txBody>
      </p:sp>
      <p:sp>
        <p:nvSpPr>
          <p:cNvPr id="18" name="Shape 16"/>
          <p:cNvSpPr/>
          <p:nvPr/>
        </p:nvSpPr>
        <p:spPr>
          <a:xfrm>
            <a:off x="6217920" y="3017520"/>
            <a:ext cx="384048" cy="384048"/>
          </a:xfrm>
          <a:prstGeom prst="ellipse">
            <a:avLst/>
          </a:prstGeom>
          <a:solidFill>
            <a:srgbClr val="A34D92"/>
          </a:solidFill>
          <a:ln w="12700">
            <a:solidFill>
              <a:srgbClr val="A34D92"/>
            </a:solidFill>
            <a:prstDash val="solid"/>
          </a:ln>
        </p:spPr>
      </p:sp>
      <p:sp>
        <p:nvSpPr>
          <p:cNvPr id="19" name="Text 17"/>
          <p:cNvSpPr txBox="1"/>
          <p:nvPr/>
        </p:nvSpPr>
        <p:spPr>
          <a:xfrm>
            <a:off x="6217920" y="3017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6766560" y="2971800"/>
            <a:ext cx="4846320" cy="36576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Hebrew mirrors</a:t>
            </a:r>
            <a:endParaRPr lang="en-US" sz="1600" dirty="0"/>
          </a:p>
        </p:txBody>
      </p:sp>
      <p:sp>
        <p:nvSpPr>
          <p:cNvPr id="21" name="Text 19"/>
          <p:cNvSpPr txBox="1"/>
          <p:nvPr/>
        </p:nvSpPr>
        <p:spPr>
          <a:xfrm>
            <a:off x="6766560" y="3383280"/>
            <a:ext cx="4846320" cy="109728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In Hebrew the whole window flips: the layer panel is on the left, the group column at the far left. Every control mirrors with it.</a:t>
            </a:r>
            <a:endParaRPr lang="en-US" sz="1250" dirty="0"/>
          </a:p>
        </p:txBody>
      </p:sp>
      <p:sp>
        <p:nvSpPr>
          <p:cNvPr id="22" name="Shape 20"/>
          <p:cNvSpPr/>
          <p:nvPr/>
        </p:nvSpPr>
        <p:spPr>
          <a:xfrm>
            <a:off x="548640" y="4617720"/>
            <a:ext cx="384048" cy="384048"/>
          </a:xfrm>
          <a:prstGeom prst="ellipse">
            <a:avLst/>
          </a:prstGeom>
          <a:solidFill>
            <a:srgbClr val="A34D92"/>
          </a:solidFill>
          <a:ln w="12700">
            <a:solidFill>
              <a:srgbClr val="A34D92"/>
            </a:solidFill>
            <a:prstDash val="solid"/>
          </a:ln>
        </p:spPr>
      </p:sp>
      <p:sp>
        <p:nvSpPr>
          <p:cNvPr id="23" name="Text 21"/>
          <p:cNvSpPr txBox="1"/>
          <p:nvPr/>
        </p:nvSpPr>
        <p:spPr>
          <a:xfrm>
            <a:off x="548640" y="4617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097280" y="4572000"/>
            <a:ext cx="4846320" cy="36576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Compact screens keep working</a:t>
            </a:r>
            <a:endParaRPr lang="en-US" sz="1600" dirty="0"/>
          </a:p>
        </p:txBody>
      </p:sp>
      <p:sp>
        <p:nvSpPr>
          <p:cNvPr id="25" name="Text 23"/>
          <p:cNvSpPr txBox="1"/>
          <p:nvPr/>
        </p:nvSpPr>
        <p:spPr>
          <a:xfrm>
            <a:off x="1097280" y="4983480"/>
            <a:ext cx="4846320" cy="109728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The narrow-window path that slims the panel treats a hidden group column as zero width instead of 140.</a:t>
            </a:r>
            <a:endParaRPr lang="en-US" sz="1250" dirty="0"/>
          </a:p>
        </p:txBody>
      </p:sp>
      <p:sp>
        <p:nvSpPr>
          <p:cNvPr id="26" name="Shape 24"/>
          <p:cNvSpPr/>
          <p:nvPr/>
        </p:nvSpPr>
        <p:spPr>
          <a:xfrm>
            <a:off x="6217920" y="4617720"/>
            <a:ext cx="384048" cy="384048"/>
          </a:xfrm>
          <a:prstGeom prst="ellipse">
            <a:avLst/>
          </a:prstGeom>
          <a:solidFill>
            <a:srgbClr val="A34D92"/>
          </a:solidFill>
          <a:ln w="12700">
            <a:solidFill>
              <a:srgbClr val="A34D92"/>
            </a:solidFill>
            <a:prstDash val="solid"/>
          </a:ln>
        </p:spPr>
      </p:sp>
      <p:sp>
        <p:nvSpPr>
          <p:cNvPr id="27" name="Text 25"/>
          <p:cNvSpPr txBox="1"/>
          <p:nvPr/>
        </p:nvSpPr>
        <p:spPr>
          <a:xfrm>
            <a:off x="6217920" y="46177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6766560" y="4572000"/>
            <a:ext cx="4846320" cy="36576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Same look in every theme</a:t>
            </a:r>
            <a:endParaRPr lang="en-US" sz="1600" dirty="0"/>
          </a:p>
        </p:txBody>
      </p:sp>
      <p:sp>
        <p:nvSpPr>
          <p:cNvPr id="29" name="Text 27"/>
          <p:cNvSpPr txBox="1"/>
          <p:nvPr/>
        </p:nvSpPr>
        <p:spPr>
          <a:xfrm>
            <a:off x="6766560" y="4983480"/>
            <a:ext cx="4846320" cy="109728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Controls take their colors from the group panel theme table so default, light and dark all read the same.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1F21"/>
        </a:solidFill>
      </p:bgPr>
    </p:bg>
    <p:spTree>
      <p:nvGrpSpPr>
        <p:cNvPr id="1" name=""/>
        <p:cNvGrpSpPr/>
        <p:nvPr/>
      </p:nvGrpSpPr>
      <p:grpSpPr>
        <a:xfrm>
          <a:off x="0" y="0"/>
          <a:ext cx="0" cy="0"/>
          <a:chOff x="0" y="0"/>
          <a:chExt cx="0" cy="0"/>
        </a:xfrm>
      </p:grpSpPr>
      <p:sp>
        <p:nvSpPr>
          <p:cNvPr id="2" name="Text 0"/>
          <p:cNvSpPr txBox="1"/>
          <p:nvPr/>
        </p:nvSpPr>
        <p:spPr>
          <a:xfrm>
            <a:off x="731520" y="2011680"/>
            <a:ext cx="9144000" cy="274320"/>
          </a:xfrm>
          <a:prstGeom prst="rect">
            <a:avLst/>
          </a:prstGeom>
          <a:noFill/>
          <a:ln/>
        </p:spPr>
        <p:txBody>
          <a:bodyPr wrap="square" lIns="0" tIns="0" rIns="0" bIns="0" rtlCol="0" anchor="ctr"/>
          <a:lstStyle/>
          <a:p>
            <a:pPr indent="0" marL="0">
              <a:buNone/>
            </a:pPr>
            <a:r>
              <a:rPr lang="en-US" sz="1100" b="1" spc="300" kern="0" dirty="0">
                <a:solidFill>
                  <a:srgbClr val="A34D92"/>
                </a:solidFill>
                <a:latin typeface="Calibri" pitchFamily="34" charset="0"/>
                <a:ea typeface="Calibri" pitchFamily="34" charset="-122"/>
                <a:cs typeface="Calibri" pitchFamily="34" charset="-120"/>
              </a:rPr>
              <a:t>CHAPTER 1</a:t>
            </a:r>
            <a:endParaRPr lang="en-US" sz="1100" dirty="0"/>
          </a:p>
        </p:txBody>
      </p:sp>
      <p:sp>
        <p:nvSpPr>
          <p:cNvPr id="3" name="Text 1"/>
          <p:cNvSpPr txBox="1"/>
          <p:nvPr/>
        </p:nvSpPr>
        <p:spPr>
          <a:xfrm>
            <a:off x="731520" y="2377440"/>
            <a:ext cx="10515600" cy="146304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B1 · Hover pin with peek</a:t>
            </a:r>
            <a:endParaRPr lang="en-US" sz="4400" dirty="0"/>
          </a:p>
        </p:txBody>
      </p:sp>
      <p:sp>
        <p:nvSpPr>
          <p:cNvPr id="4" name="Text 2"/>
          <p:cNvSpPr txBox="1"/>
          <p:nvPr/>
        </p:nvSpPr>
        <p:spPr>
          <a:xfrm>
            <a:off x="731520" y="3931920"/>
            <a:ext cx="9601200" cy="1097280"/>
          </a:xfrm>
          <a:prstGeom prst="rect">
            <a:avLst/>
          </a:prstGeom>
          <a:noFill/>
          <a:ln/>
        </p:spPr>
        <p:txBody>
          <a:bodyPr wrap="square" lIns="0" tIns="0" rIns="0" bIns="0" rtlCol="0" anchor="t"/>
          <a:lstStyle/>
          <a:p>
            <a:pPr indent="0" marL="0">
              <a:buNone/>
            </a:pPr>
            <a:r>
              <a:rPr lang="en-US" sz="1600" dirty="0">
                <a:solidFill>
                  <a:srgbClr val="CFCBC3"/>
                </a:solidFill>
                <a:latin typeface="Calibri" pitchFamily="34" charset="0"/>
                <a:ea typeface="Calibri" pitchFamily="34" charset="-122"/>
                <a:cs typeface="Calibri" pitchFamily="34" charset="-120"/>
              </a:rPr>
              <a:t>A faint pin in the far corner of the group column. Press it and the column gets out of the way; hover the edge to peek it back; press again to stick.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1 · B1 hover pin with peek</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5</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B1 · AT A GLANCE</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The control: a pin that lives in the corner</a:t>
            </a:r>
            <a:endParaRPr lang="en-US" sz="3200" dirty="0"/>
          </a:p>
        </p:txBody>
      </p:sp>
      <p:sp>
        <p:nvSpPr>
          <p:cNvPr id="6" name="Shape 4"/>
          <p:cNvSpPr/>
          <p:nvPr/>
        </p:nvSpPr>
        <p:spPr>
          <a:xfrm>
            <a:off x="548640" y="1371600"/>
            <a:ext cx="6583680" cy="2753175"/>
          </a:xfrm>
          <a:prstGeom prst="rect">
            <a:avLst/>
          </a:prstGeom>
          <a:solidFill>
            <a:srgbClr val="EBEBEB"/>
          </a:solidFill>
          <a:ln w="9525">
            <a:solidFill>
              <a:srgbClr val="B9B6B0"/>
            </a:solidFill>
            <a:prstDash val="solid"/>
          </a:ln>
        </p:spPr>
      </p:sp>
      <p:sp>
        <p:nvSpPr>
          <p:cNvPr id="7" name="Shape 5"/>
          <p:cNvSpPr/>
          <p:nvPr/>
        </p:nvSpPr>
        <p:spPr>
          <a:xfrm>
            <a:off x="596521" y="1407511"/>
            <a:ext cx="247529" cy="143644"/>
          </a:xfrm>
          <a:prstGeom prst="rect">
            <a:avLst/>
          </a:prstGeom>
          <a:solidFill>
            <a:srgbClr val="D3D3D3"/>
          </a:solidFill>
          <a:ln w="12700">
            <a:solidFill>
              <a:srgbClr val="D3D3D3"/>
            </a:solidFill>
            <a:prstDash val="solid"/>
          </a:ln>
        </p:spPr>
      </p:sp>
      <p:sp>
        <p:nvSpPr>
          <p:cNvPr id="8" name="Shape 6"/>
          <p:cNvSpPr/>
          <p:nvPr/>
        </p:nvSpPr>
        <p:spPr>
          <a:xfrm>
            <a:off x="873976" y="1407511"/>
            <a:ext cx="247529" cy="143644"/>
          </a:xfrm>
          <a:prstGeom prst="rect">
            <a:avLst/>
          </a:prstGeom>
          <a:solidFill>
            <a:srgbClr val="1B9E9E"/>
          </a:solidFill>
          <a:ln w="12700">
            <a:solidFill>
              <a:srgbClr val="1B9E9E"/>
            </a:solidFill>
            <a:prstDash val="solid"/>
          </a:ln>
        </p:spPr>
      </p:sp>
      <p:sp>
        <p:nvSpPr>
          <p:cNvPr id="9" name="Shape 7"/>
          <p:cNvSpPr/>
          <p:nvPr/>
        </p:nvSpPr>
        <p:spPr>
          <a:xfrm>
            <a:off x="1151431" y="1407511"/>
            <a:ext cx="247529" cy="143644"/>
          </a:xfrm>
          <a:prstGeom prst="rect">
            <a:avLst/>
          </a:prstGeom>
          <a:solidFill>
            <a:srgbClr val="F5C400"/>
          </a:solidFill>
          <a:ln w="12700">
            <a:solidFill>
              <a:srgbClr val="F5C400"/>
            </a:solidFill>
            <a:prstDash val="solid"/>
          </a:ln>
        </p:spPr>
      </p:sp>
      <p:sp>
        <p:nvSpPr>
          <p:cNvPr id="10" name="Shape 8"/>
          <p:cNvSpPr/>
          <p:nvPr/>
        </p:nvSpPr>
        <p:spPr>
          <a:xfrm>
            <a:off x="1428887" y="1407511"/>
            <a:ext cx="247529" cy="143644"/>
          </a:xfrm>
          <a:prstGeom prst="rect">
            <a:avLst/>
          </a:prstGeom>
          <a:solidFill>
            <a:srgbClr val="7B4A9E"/>
          </a:solidFill>
          <a:ln w="12700">
            <a:solidFill>
              <a:srgbClr val="7B4A9E"/>
            </a:solidFill>
            <a:prstDash val="solid"/>
          </a:ln>
        </p:spPr>
      </p:sp>
      <p:sp>
        <p:nvSpPr>
          <p:cNvPr id="11" name="Shape 9"/>
          <p:cNvSpPr/>
          <p:nvPr/>
        </p:nvSpPr>
        <p:spPr>
          <a:xfrm>
            <a:off x="1706342" y="1407511"/>
            <a:ext cx="247529" cy="143644"/>
          </a:xfrm>
          <a:prstGeom prst="rect">
            <a:avLst/>
          </a:prstGeom>
          <a:solidFill>
            <a:srgbClr val="E0640E"/>
          </a:solidFill>
          <a:ln w="12700">
            <a:solidFill>
              <a:srgbClr val="E0640E"/>
            </a:solidFill>
            <a:prstDash val="solid"/>
          </a:ln>
        </p:spPr>
      </p:sp>
      <p:sp>
        <p:nvSpPr>
          <p:cNvPr id="12" name="Shape 10"/>
          <p:cNvSpPr/>
          <p:nvPr/>
        </p:nvSpPr>
        <p:spPr>
          <a:xfrm>
            <a:off x="1983797" y="1407511"/>
            <a:ext cx="247529" cy="143644"/>
          </a:xfrm>
          <a:prstGeom prst="rect">
            <a:avLst/>
          </a:prstGeom>
          <a:solidFill>
            <a:srgbClr val="3A8CD8"/>
          </a:solidFill>
          <a:ln w="12700">
            <a:solidFill>
              <a:srgbClr val="3A8CD8"/>
            </a:solidFill>
            <a:prstDash val="solid"/>
          </a:ln>
        </p:spPr>
      </p:sp>
      <p:sp>
        <p:nvSpPr>
          <p:cNvPr id="13" name="Shape 11"/>
          <p:cNvSpPr/>
          <p:nvPr/>
        </p:nvSpPr>
        <p:spPr>
          <a:xfrm>
            <a:off x="2261252" y="1407511"/>
            <a:ext cx="247529" cy="143644"/>
          </a:xfrm>
          <a:prstGeom prst="rect">
            <a:avLst/>
          </a:prstGeom>
          <a:solidFill>
            <a:srgbClr val="E84A46"/>
          </a:solidFill>
          <a:ln w="12700">
            <a:solidFill>
              <a:srgbClr val="E84A46"/>
            </a:solidFill>
            <a:prstDash val="solid"/>
          </a:ln>
        </p:spPr>
      </p:sp>
      <p:sp>
        <p:nvSpPr>
          <p:cNvPr id="14" name="Shape 12"/>
          <p:cNvSpPr/>
          <p:nvPr/>
        </p:nvSpPr>
        <p:spPr>
          <a:xfrm>
            <a:off x="2538707" y="1407511"/>
            <a:ext cx="247529" cy="143644"/>
          </a:xfrm>
          <a:prstGeom prst="rect">
            <a:avLst/>
          </a:prstGeom>
          <a:solidFill>
            <a:srgbClr val="C7A7E8"/>
          </a:solidFill>
          <a:ln w="12700">
            <a:solidFill>
              <a:srgbClr val="C7A7E8"/>
            </a:solidFill>
            <a:prstDash val="solid"/>
          </a:ln>
        </p:spPr>
      </p:sp>
      <p:sp>
        <p:nvSpPr>
          <p:cNvPr id="15" name="Shape 13"/>
          <p:cNvSpPr/>
          <p:nvPr/>
        </p:nvSpPr>
        <p:spPr>
          <a:xfrm>
            <a:off x="2816162" y="1407511"/>
            <a:ext cx="247529" cy="143644"/>
          </a:xfrm>
          <a:prstGeom prst="rect">
            <a:avLst/>
          </a:prstGeom>
          <a:solidFill>
            <a:srgbClr val="F27EAE"/>
          </a:solidFill>
          <a:ln w="12700">
            <a:solidFill>
              <a:srgbClr val="F27EAE"/>
            </a:solidFill>
            <a:prstDash val="solid"/>
          </a:ln>
        </p:spPr>
      </p:sp>
      <p:sp>
        <p:nvSpPr>
          <p:cNvPr id="16" name="Shape 14"/>
          <p:cNvSpPr/>
          <p:nvPr/>
        </p:nvSpPr>
        <p:spPr>
          <a:xfrm>
            <a:off x="3093617" y="1407511"/>
            <a:ext cx="247529" cy="143644"/>
          </a:xfrm>
          <a:prstGeom prst="rect">
            <a:avLst/>
          </a:prstGeom>
          <a:solidFill>
            <a:srgbClr val="B58B7A"/>
          </a:solidFill>
          <a:ln w="12700">
            <a:solidFill>
              <a:srgbClr val="B58B7A"/>
            </a:solidFill>
            <a:prstDash val="solid"/>
          </a:ln>
        </p:spPr>
      </p:sp>
      <p:sp>
        <p:nvSpPr>
          <p:cNvPr id="17" name="Shape 15"/>
          <p:cNvSpPr/>
          <p:nvPr/>
        </p:nvSpPr>
        <p:spPr>
          <a:xfrm>
            <a:off x="3371072" y="1407511"/>
            <a:ext cx="247529" cy="143644"/>
          </a:xfrm>
          <a:prstGeom prst="rect">
            <a:avLst/>
          </a:prstGeom>
          <a:solidFill>
            <a:srgbClr val="A0475F"/>
          </a:solidFill>
          <a:ln w="12700">
            <a:solidFill>
              <a:srgbClr val="A0475F"/>
            </a:solidFill>
            <a:prstDash val="solid"/>
          </a:ln>
        </p:spPr>
      </p:sp>
      <p:sp>
        <p:nvSpPr>
          <p:cNvPr id="18" name="Shape 16"/>
          <p:cNvSpPr/>
          <p:nvPr/>
        </p:nvSpPr>
        <p:spPr>
          <a:xfrm>
            <a:off x="3648527" y="1407511"/>
            <a:ext cx="247529" cy="143644"/>
          </a:xfrm>
          <a:prstGeom prst="rect">
            <a:avLst/>
          </a:prstGeom>
          <a:solidFill>
            <a:srgbClr val="4BB543"/>
          </a:solidFill>
          <a:ln w="12700">
            <a:solidFill>
              <a:srgbClr val="4BB543"/>
            </a:solidFill>
            <a:prstDash val="solid"/>
          </a:ln>
        </p:spPr>
      </p:sp>
      <p:sp>
        <p:nvSpPr>
          <p:cNvPr id="19" name="Shape 17"/>
          <p:cNvSpPr/>
          <p:nvPr/>
        </p:nvSpPr>
        <p:spPr>
          <a:xfrm>
            <a:off x="3925982" y="1407511"/>
            <a:ext cx="247529" cy="143644"/>
          </a:xfrm>
          <a:prstGeom prst="rect">
            <a:avLst/>
          </a:prstGeom>
          <a:solidFill>
            <a:srgbClr val="B8BABB"/>
          </a:solidFill>
          <a:ln w="12700">
            <a:solidFill>
              <a:srgbClr val="B8BABB"/>
            </a:solidFill>
            <a:prstDash val="solid"/>
          </a:ln>
        </p:spPr>
      </p:sp>
      <p:sp>
        <p:nvSpPr>
          <p:cNvPr id="20" name="Shape 18"/>
          <p:cNvSpPr/>
          <p:nvPr/>
        </p:nvSpPr>
        <p:spPr>
          <a:xfrm>
            <a:off x="4203437" y="1407511"/>
            <a:ext cx="247529" cy="143644"/>
          </a:xfrm>
          <a:prstGeom prst="rect">
            <a:avLst/>
          </a:prstGeom>
          <a:solidFill>
            <a:srgbClr val="A34D92"/>
          </a:solidFill>
          <a:ln w="12700">
            <a:solidFill>
              <a:srgbClr val="A34D92"/>
            </a:solidFill>
            <a:prstDash val="solid"/>
          </a:ln>
        </p:spPr>
      </p:sp>
      <p:sp>
        <p:nvSpPr>
          <p:cNvPr id="21" name="Shape 19"/>
          <p:cNvSpPr/>
          <p:nvPr/>
        </p:nvSpPr>
        <p:spPr>
          <a:xfrm>
            <a:off x="4534759" y="1407511"/>
            <a:ext cx="299258" cy="143644"/>
          </a:xfrm>
          <a:prstGeom prst="rect">
            <a:avLst/>
          </a:prstGeom>
          <a:solidFill>
            <a:srgbClr val="F5C400"/>
          </a:solidFill>
          <a:ln w="12700">
            <a:solidFill>
              <a:srgbClr val="F5C400"/>
            </a:solidFill>
            <a:prstDash val="solid"/>
          </a:ln>
        </p:spPr>
      </p:sp>
      <p:sp>
        <p:nvSpPr>
          <p:cNvPr id="22" name="Shape 20"/>
          <p:cNvSpPr/>
          <p:nvPr/>
        </p:nvSpPr>
        <p:spPr>
          <a:xfrm>
            <a:off x="4857958" y="1407511"/>
            <a:ext cx="143644" cy="143644"/>
          </a:xfrm>
          <a:prstGeom prst="rect">
            <a:avLst/>
          </a:prstGeom>
          <a:solidFill>
            <a:srgbClr val="D0D0D0"/>
          </a:solidFill>
          <a:ln w="12700">
            <a:solidFill>
              <a:srgbClr val="D0D0D0"/>
            </a:solidFill>
            <a:prstDash val="solid"/>
          </a:ln>
        </p:spPr>
      </p:sp>
      <p:sp>
        <p:nvSpPr>
          <p:cNvPr id="23" name="Shape 21"/>
          <p:cNvSpPr/>
          <p:nvPr/>
        </p:nvSpPr>
        <p:spPr>
          <a:xfrm>
            <a:off x="716225" y="1587066"/>
            <a:ext cx="5985" cy="2537709"/>
          </a:xfrm>
          <a:prstGeom prst="rect">
            <a:avLst/>
          </a:prstGeom>
          <a:solidFill>
            <a:srgbClr val="DADADA"/>
          </a:solidFill>
          <a:ln w="12700">
            <a:solidFill>
              <a:srgbClr val="DADADA"/>
            </a:solidFill>
            <a:prstDash val="solid"/>
          </a:ln>
        </p:spPr>
      </p:sp>
      <p:sp>
        <p:nvSpPr>
          <p:cNvPr id="24" name="Shape 22"/>
          <p:cNvSpPr/>
          <p:nvPr/>
        </p:nvSpPr>
        <p:spPr>
          <a:xfrm>
            <a:off x="1051394" y="1587066"/>
            <a:ext cx="5985" cy="2537709"/>
          </a:xfrm>
          <a:prstGeom prst="rect">
            <a:avLst/>
          </a:prstGeom>
          <a:solidFill>
            <a:srgbClr val="DADADA"/>
          </a:solidFill>
          <a:ln w="12700">
            <a:solidFill>
              <a:srgbClr val="DADADA"/>
            </a:solidFill>
            <a:prstDash val="solid"/>
          </a:ln>
        </p:spPr>
      </p:sp>
      <p:sp>
        <p:nvSpPr>
          <p:cNvPr id="25" name="Shape 23"/>
          <p:cNvSpPr/>
          <p:nvPr/>
        </p:nvSpPr>
        <p:spPr>
          <a:xfrm>
            <a:off x="1386563" y="1587066"/>
            <a:ext cx="5985" cy="2537709"/>
          </a:xfrm>
          <a:prstGeom prst="rect">
            <a:avLst/>
          </a:prstGeom>
          <a:solidFill>
            <a:srgbClr val="DADADA"/>
          </a:solidFill>
          <a:ln w="12700">
            <a:solidFill>
              <a:srgbClr val="DADADA"/>
            </a:solidFill>
            <a:prstDash val="solid"/>
          </a:ln>
        </p:spPr>
      </p:sp>
      <p:sp>
        <p:nvSpPr>
          <p:cNvPr id="26" name="Shape 24"/>
          <p:cNvSpPr/>
          <p:nvPr/>
        </p:nvSpPr>
        <p:spPr>
          <a:xfrm>
            <a:off x="1721732" y="1587066"/>
            <a:ext cx="5985" cy="2537709"/>
          </a:xfrm>
          <a:prstGeom prst="rect">
            <a:avLst/>
          </a:prstGeom>
          <a:solidFill>
            <a:srgbClr val="DADADA"/>
          </a:solidFill>
          <a:ln w="12700">
            <a:solidFill>
              <a:srgbClr val="DADADA"/>
            </a:solidFill>
            <a:prstDash val="solid"/>
          </a:ln>
        </p:spPr>
      </p:sp>
      <p:sp>
        <p:nvSpPr>
          <p:cNvPr id="27" name="Shape 25"/>
          <p:cNvSpPr/>
          <p:nvPr/>
        </p:nvSpPr>
        <p:spPr>
          <a:xfrm>
            <a:off x="2056901" y="1587066"/>
            <a:ext cx="5985" cy="2537709"/>
          </a:xfrm>
          <a:prstGeom prst="rect">
            <a:avLst/>
          </a:prstGeom>
          <a:solidFill>
            <a:srgbClr val="DADADA"/>
          </a:solidFill>
          <a:ln w="12700">
            <a:solidFill>
              <a:srgbClr val="DADADA"/>
            </a:solidFill>
            <a:prstDash val="solid"/>
          </a:ln>
        </p:spPr>
      </p:sp>
      <p:sp>
        <p:nvSpPr>
          <p:cNvPr id="28" name="Shape 26"/>
          <p:cNvSpPr/>
          <p:nvPr/>
        </p:nvSpPr>
        <p:spPr>
          <a:xfrm>
            <a:off x="2392070" y="1587066"/>
            <a:ext cx="5985" cy="2537709"/>
          </a:xfrm>
          <a:prstGeom prst="rect">
            <a:avLst/>
          </a:prstGeom>
          <a:solidFill>
            <a:srgbClr val="DADADA"/>
          </a:solidFill>
          <a:ln w="12700">
            <a:solidFill>
              <a:srgbClr val="DADADA"/>
            </a:solidFill>
            <a:prstDash val="solid"/>
          </a:ln>
        </p:spPr>
      </p:sp>
      <p:sp>
        <p:nvSpPr>
          <p:cNvPr id="29" name="Shape 27"/>
          <p:cNvSpPr/>
          <p:nvPr/>
        </p:nvSpPr>
        <p:spPr>
          <a:xfrm>
            <a:off x="2727240" y="1587066"/>
            <a:ext cx="5985" cy="2537709"/>
          </a:xfrm>
          <a:prstGeom prst="rect">
            <a:avLst/>
          </a:prstGeom>
          <a:solidFill>
            <a:srgbClr val="DADADA"/>
          </a:solidFill>
          <a:ln w="12700">
            <a:solidFill>
              <a:srgbClr val="DADADA"/>
            </a:solidFill>
            <a:prstDash val="solid"/>
          </a:ln>
        </p:spPr>
      </p:sp>
      <p:sp>
        <p:nvSpPr>
          <p:cNvPr id="30" name="Shape 28"/>
          <p:cNvSpPr/>
          <p:nvPr/>
        </p:nvSpPr>
        <p:spPr>
          <a:xfrm>
            <a:off x="3062409" y="1587066"/>
            <a:ext cx="5985" cy="2537709"/>
          </a:xfrm>
          <a:prstGeom prst="rect">
            <a:avLst/>
          </a:prstGeom>
          <a:solidFill>
            <a:srgbClr val="DADADA"/>
          </a:solidFill>
          <a:ln w="12700">
            <a:solidFill>
              <a:srgbClr val="DADADA"/>
            </a:solidFill>
            <a:prstDash val="solid"/>
          </a:ln>
        </p:spPr>
      </p:sp>
      <p:sp>
        <p:nvSpPr>
          <p:cNvPr id="31" name="Shape 29"/>
          <p:cNvSpPr/>
          <p:nvPr/>
        </p:nvSpPr>
        <p:spPr>
          <a:xfrm>
            <a:off x="3397578" y="1587066"/>
            <a:ext cx="5985" cy="2537709"/>
          </a:xfrm>
          <a:prstGeom prst="rect">
            <a:avLst/>
          </a:prstGeom>
          <a:solidFill>
            <a:srgbClr val="DADADA"/>
          </a:solidFill>
          <a:ln w="12700">
            <a:solidFill>
              <a:srgbClr val="DADADA"/>
            </a:solidFill>
            <a:prstDash val="solid"/>
          </a:ln>
        </p:spPr>
      </p:sp>
      <p:sp>
        <p:nvSpPr>
          <p:cNvPr id="32" name="Shape 30"/>
          <p:cNvSpPr/>
          <p:nvPr/>
        </p:nvSpPr>
        <p:spPr>
          <a:xfrm>
            <a:off x="3732747" y="1587066"/>
            <a:ext cx="5985" cy="2537709"/>
          </a:xfrm>
          <a:prstGeom prst="rect">
            <a:avLst/>
          </a:prstGeom>
          <a:solidFill>
            <a:srgbClr val="DADADA"/>
          </a:solidFill>
          <a:ln w="12700">
            <a:solidFill>
              <a:srgbClr val="DADADA"/>
            </a:solidFill>
            <a:prstDash val="solid"/>
          </a:ln>
        </p:spPr>
      </p:sp>
      <p:sp>
        <p:nvSpPr>
          <p:cNvPr id="33" name="Shape 31"/>
          <p:cNvSpPr/>
          <p:nvPr/>
        </p:nvSpPr>
        <p:spPr>
          <a:xfrm>
            <a:off x="4067916" y="1587066"/>
            <a:ext cx="5985" cy="2537709"/>
          </a:xfrm>
          <a:prstGeom prst="rect">
            <a:avLst/>
          </a:prstGeom>
          <a:solidFill>
            <a:srgbClr val="DADADA"/>
          </a:solidFill>
          <a:ln w="12700">
            <a:solidFill>
              <a:srgbClr val="DADADA"/>
            </a:solidFill>
            <a:prstDash val="solid"/>
          </a:ln>
        </p:spPr>
      </p:sp>
      <p:sp>
        <p:nvSpPr>
          <p:cNvPr id="34" name="Shape 32"/>
          <p:cNvSpPr/>
          <p:nvPr/>
        </p:nvSpPr>
        <p:spPr>
          <a:xfrm>
            <a:off x="4403085" y="1587066"/>
            <a:ext cx="5985" cy="2537709"/>
          </a:xfrm>
          <a:prstGeom prst="rect">
            <a:avLst/>
          </a:prstGeom>
          <a:solidFill>
            <a:srgbClr val="DADADA"/>
          </a:solidFill>
          <a:ln w="12700">
            <a:solidFill>
              <a:srgbClr val="DADADA"/>
            </a:solidFill>
            <a:prstDash val="solid"/>
          </a:ln>
        </p:spPr>
      </p:sp>
      <p:sp>
        <p:nvSpPr>
          <p:cNvPr id="35" name="Shape 33"/>
          <p:cNvSpPr/>
          <p:nvPr/>
        </p:nvSpPr>
        <p:spPr>
          <a:xfrm>
            <a:off x="4738255" y="1587066"/>
            <a:ext cx="5985" cy="2537709"/>
          </a:xfrm>
          <a:prstGeom prst="rect">
            <a:avLst/>
          </a:prstGeom>
          <a:solidFill>
            <a:srgbClr val="DADADA"/>
          </a:solidFill>
          <a:ln w="12700">
            <a:solidFill>
              <a:srgbClr val="DADADA"/>
            </a:solidFill>
            <a:prstDash val="solid"/>
          </a:ln>
        </p:spPr>
      </p:sp>
      <p:sp>
        <p:nvSpPr>
          <p:cNvPr id="36" name="Shape 34"/>
          <p:cNvSpPr/>
          <p:nvPr/>
        </p:nvSpPr>
        <p:spPr>
          <a:xfrm>
            <a:off x="548640" y="1754650"/>
            <a:ext cx="4488873" cy="5985"/>
          </a:xfrm>
          <a:prstGeom prst="rect">
            <a:avLst/>
          </a:prstGeom>
          <a:solidFill>
            <a:srgbClr val="DADADA"/>
          </a:solidFill>
          <a:ln w="12700">
            <a:solidFill>
              <a:srgbClr val="DADADA"/>
            </a:solidFill>
            <a:prstDash val="solid"/>
          </a:ln>
        </p:spPr>
      </p:sp>
      <p:sp>
        <p:nvSpPr>
          <p:cNvPr id="37" name="Shape 35"/>
          <p:cNvSpPr/>
          <p:nvPr/>
        </p:nvSpPr>
        <p:spPr>
          <a:xfrm>
            <a:off x="548640" y="2089820"/>
            <a:ext cx="4488873" cy="5985"/>
          </a:xfrm>
          <a:prstGeom prst="rect">
            <a:avLst/>
          </a:prstGeom>
          <a:solidFill>
            <a:srgbClr val="DADADA"/>
          </a:solidFill>
          <a:ln w="12700">
            <a:solidFill>
              <a:srgbClr val="DADADA"/>
            </a:solidFill>
            <a:prstDash val="solid"/>
          </a:ln>
        </p:spPr>
      </p:sp>
      <p:sp>
        <p:nvSpPr>
          <p:cNvPr id="38" name="Shape 36"/>
          <p:cNvSpPr/>
          <p:nvPr/>
        </p:nvSpPr>
        <p:spPr>
          <a:xfrm>
            <a:off x="548640" y="2424989"/>
            <a:ext cx="4488873" cy="5985"/>
          </a:xfrm>
          <a:prstGeom prst="rect">
            <a:avLst/>
          </a:prstGeom>
          <a:solidFill>
            <a:srgbClr val="DADADA"/>
          </a:solidFill>
          <a:ln w="12700">
            <a:solidFill>
              <a:srgbClr val="DADADA"/>
            </a:solidFill>
            <a:prstDash val="solid"/>
          </a:ln>
        </p:spPr>
      </p:sp>
      <p:sp>
        <p:nvSpPr>
          <p:cNvPr id="39" name="Shape 37"/>
          <p:cNvSpPr/>
          <p:nvPr/>
        </p:nvSpPr>
        <p:spPr>
          <a:xfrm>
            <a:off x="548640" y="2760158"/>
            <a:ext cx="4488873" cy="5985"/>
          </a:xfrm>
          <a:prstGeom prst="rect">
            <a:avLst/>
          </a:prstGeom>
          <a:solidFill>
            <a:srgbClr val="DADADA"/>
          </a:solidFill>
          <a:ln w="12700">
            <a:solidFill>
              <a:srgbClr val="DADADA"/>
            </a:solidFill>
            <a:prstDash val="solid"/>
          </a:ln>
        </p:spPr>
      </p:sp>
      <p:sp>
        <p:nvSpPr>
          <p:cNvPr id="40" name="Shape 38"/>
          <p:cNvSpPr/>
          <p:nvPr/>
        </p:nvSpPr>
        <p:spPr>
          <a:xfrm>
            <a:off x="548640" y="3095327"/>
            <a:ext cx="4488873" cy="5985"/>
          </a:xfrm>
          <a:prstGeom prst="rect">
            <a:avLst/>
          </a:prstGeom>
          <a:solidFill>
            <a:srgbClr val="DADADA"/>
          </a:solidFill>
          <a:ln w="12700">
            <a:solidFill>
              <a:srgbClr val="DADADA"/>
            </a:solidFill>
            <a:prstDash val="solid"/>
          </a:ln>
        </p:spPr>
      </p:sp>
      <p:sp>
        <p:nvSpPr>
          <p:cNvPr id="41" name="Shape 39"/>
          <p:cNvSpPr/>
          <p:nvPr/>
        </p:nvSpPr>
        <p:spPr>
          <a:xfrm>
            <a:off x="548640" y="3430496"/>
            <a:ext cx="4488873" cy="5985"/>
          </a:xfrm>
          <a:prstGeom prst="rect">
            <a:avLst/>
          </a:prstGeom>
          <a:solidFill>
            <a:srgbClr val="DADADA"/>
          </a:solidFill>
          <a:ln w="12700">
            <a:solidFill>
              <a:srgbClr val="DADADA"/>
            </a:solidFill>
            <a:prstDash val="solid"/>
          </a:ln>
        </p:spPr>
      </p:sp>
      <p:sp>
        <p:nvSpPr>
          <p:cNvPr id="42" name="Shape 40"/>
          <p:cNvSpPr/>
          <p:nvPr/>
        </p:nvSpPr>
        <p:spPr>
          <a:xfrm>
            <a:off x="548640" y="3765665"/>
            <a:ext cx="4488873" cy="5985"/>
          </a:xfrm>
          <a:prstGeom prst="rect">
            <a:avLst/>
          </a:prstGeom>
          <a:solidFill>
            <a:srgbClr val="DADADA"/>
          </a:solidFill>
          <a:ln w="12700">
            <a:solidFill>
              <a:srgbClr val="DADADA"/>
            </a:solidFill>
            <a:prstDash val="solid"/>
          </a:ln>
        </p:spPr>
      </p:sp>
      <p:sp>
        <p:nvSpPr>
          <p:cNvPr id="43" name="Shape 41"/>
          <p:cNvSpPr/>
          <p:nvPr/>
        </p:nvSpPr>
        <p:spPr>
          <a:xfrm>
            <a:off x="548640" y="4100835"/>
            <a:ext cx="4488873" cy="5985"/>
          </a:xfrm>
          <a:prstGeom prst="rect">
            <a:avLst/>
          </a:prstGeom>
          <a:solidFill>
            <a:srgbClr val="DADADA"/>
          </a:solidFill>
          <a:ln w="12700">
            <a:solidFill>
              <a:srgbClr val="DADADA"/>
            </a:solidFill>
            <a:prstDash val="solid"/>
          </a:ln>
        </p:spPr>
      </p:sp>
      <p:sp>
        <p:nvSpPr>
          <p:cNvPr id="44" name="Shape 42"/>
          <p:cNvSpPr/>
          <p:nvPr/>
        </p:nvSpPr>
        <p:spPr>
          <a:xfrm>
            <a:off x="5037513" y="1371600"/>
            <a:ext cx="2094807" cy="2753175"/>
          </a:xfrm>
          <a:prstGeom prst="rect">
            <a:avLst/>
          </a:prstGeom>
          <a:solidFill>
            <a:srgbClr val="ECECEC"/>
          </a:solidFill>
          <a:ln w="6350">
            <a:solidFill>
              <a:srgbClr val="D2D0CB"/>
            </a:solidFill>
            <a:prstDash val="solid"/>
          </a:ln>
        </p:spPr>
      </p:sp>
      <p:sp>
        <p:nvSpPr>
          <p:cNvPr id="45" name="Shape 43"/>
          <p:cNvSpPr/>
          <p:nvPr/>
        </p:nvSpPr>
        <p:spPr>
          <a:xfrm>
            <a:off x="5396623" y="1431452"/>
            <a:ext cx="155614" cy="155614"/>
          </a:xfrm>
          <a:prstGeom prst="ellipse">
            <a:avLst/>
          </a:prstGeom>
          <a:solidFill>
            <a:srgbClr val="8E44E0"/>
          </a:solidFill>
          <a:ln w="12700">
            <a:solidFill>
              <a:srgbClr val="8E44E0"/>
            </a:solidFill>
            <a:prstDash val="solid"/>
          </a:ln>
        </p:spPr>
      </p:sp>
      <p:sp>
        <p:nvSpPr>
          <p:cNvPr id="46" name="Shape 44"/>
          <p:cNvSpPr/>
          <p:nvPr/>
        </p:nvSpPr>
        <p:spPr>
          <a:xfrm>
            <a:off x="5588148" y="1431452"/>
            <a:ext cx="155614" cy="155614"/>
          </a:xfrm>
          <a:prstGeom prst="ellipse">
            <a:avLst/>
          </a:prstGeom>
          <a:solidFill>
            <a:srgbClr val="7A7A7A"/>
          </a:solidFill>
          <a:ln w="12700">
            <a:solidFill>
              <a:srgbClr val="7A7A7A"/>
            </a:solidFill>
            <a:prstDash val="solid"/>
          </a:ln>
        </p:spPr>
      </p:sp>
      <p:sp>
        <p:nvSpPr>
          <p:cNvPr id="47" name="Shape 45"/>
          <p:cNvSpPr/>
          <p:nvPr/>
        </p:nvSpPr>
        <p:spPr>
          <a:xfrm>
            <a:off x="5779673" y="1431452"/>
            <a:ext cx="155614" cy="155614"/>
          </a:xfrm>
          <a:prstGeom prst="ellipse">
            <a:avLst/>
          </a:prstGeom>
          <a:solidFill>
            <a:srgbClr val="7A7A7A"/>
          </a:solidFill>
          <a:ln w="12700">
            <a:solidFill>
              <a:srgbClr val="7A7A7A"/>
            </a:solidFill>
            <a:prstDash val="solid"/>
          </a:ln>
        </p:spPr>
      </p:sp>
      <p:sp>
        <p:nvSpPr>
          <p:cNvPr id="48" name="Shape 46"/>
          <p:cNvSpPr/>
          <p:nvPr/>
        </p:nvSpPr>
        <p:spPr>
          <a:xfrm>
            <a:off x="5396623" y="1622977"/>
            <a:ext cx="155614" cy="155614"/>
          </a:xfrm>
          <a:prstGeom prst="ellipse">
            <a:avLst/>
          </a:prstGeom>
          <a:solidFill>
            <a:srgbClr val="F5C400"/>
          </a:solidFill>
          <a:ln w="12700">
            <a:solidFill>
              <a:srgbClr val="F5C400"/>
            </a:solidFill>
            <a:prstDash val="solid"/>
          </a:ln>
        </p:spPr>
      </p:sp>
      <p:sp>
        <p:nvSpPr>
          <p:cNvPr id="49" name="Shape 47"/>
          <p:cNvSpPr/>
          <p:nvPr/>
        </p:nvSpPr>
        <p:spPr>
          <a:xfrm>
            <a:off x="5588148" y="1622977"/>
            <a:ext cx="155614" cy="155614"/>
          </a:xfrm>
          <a:prstGeom prst="ellipse">
            <a:avLst/>
          </a:prstGeom>
          <a:solidFill>
            <a:srgbClr val="F5C400"/>
          </a:solidFill>
          <a:ln w="12700">
            <a:solidFill>
              <a:srgbClr val="F5C400"/>
            </a:solidFill>
            <a:prstDash val="solid"/>
          </a:ln>
        </p:spPr>
      </p:sp>
      <p:sp>
        <p:nvSpPr>
          <p:cNvPr id="50" name="Shape 48"/>
          <p:cNvSpPr/>
          <p:nvPr/>
        </p:nvSpPr>
        <p:spPr>
          <a:xfrm>
            <a:off x="5779673" y="1622977"/>
            <a:ext cx="155614" cy="155614"/>
          </a:xfrm>
          <a:prstGeom prst="ellipse">
            <a:avLst/>
          </a:prstGeom>
          <a:solidFill>
            <a:srgbClr val="8B0000"/>
          </a:solidFill>
          <a:ln w="12700">
            <a:solidFill>
              <a:srgbClr val="8B0000"/>
            </a:solidFill>
            <a:prstDash val="solid"/>
          </a:ln>
        </p:spPr>
      </p:sp>
      <p:sp>
        <p:nvSpPr>
          <p:cNvPr id="51" name="Shape 49"/>
          <p:cNvSpPr/>
          <p:nvPr/>
        </p:nvSpPr>
        <p:spPr>
          <a:xfrm>
            <a:off x="5396623" y="1814502"/>
            <a:ext cx="155614" cy="155614"/>
          </a:xfrm>
          <a:prstGeom prst="ellipse">
            <a:avLst/>
          </a:prstGeom>
          <a:solidFill>
            <a:srgbClr val="2FB94A"/>
          </a:solidFill>
          <a:ln w="12700">
            <a:solidFill>
              <a:srgbClr val="2FB94A"/>
            </a:solidFill>
            <a:prstDash val="solid"/>
          </a:ln>
        </p:spPr>
      </p:sp>
      <p:sp>
        <p:nvSpPr>
          <p:cNvPr id="52" name="Shape 50"/>
          <p:cNvSpPr/>
          <p:nvPr/>
        </p:nvSpPr>
        <p:spPr>
          <a:xfrm>
            <a:off x="5588148" y="1814502"/>
            <a:ext cx="155614" cy="155614"/>
          </a:xfrm>
          <a:prstGeom prst="ellipse">
            <a:avLst/>
          </a:prstGeom>
          <a:solidFill>
            <a:srgbClr val="C9A07A"/>
          </a:solidFill>
          <a:ln w="12700">
            <a:solidFill>
              <a:srgbClr val="C9A07A"/>
            </a:solidFill>
            <a:prstDash val="solid"/>
          </a:ln>
        </p:spPr>
      </p:sp>
      <p:sp>
        <p:nvSpPr>
          <p:cNvPr id="53" name="Shape 51"/>
          <p:cNvSpPr/>
          <p:nvPr/>
        </p:nvSpPr>
        <p:spPr>
          <a:xfrm>
            <a:off x="5779673" y="1814502"/>
            <a:ext cx="155614" cy="155614"/>
          </a:xfrm>
          <a:prstGeom prst="ellipse">
            <a:avLst/>
          </a:prstGeom>
          <a:solidFill>
            <a:srgbClr val="C9A07A"/>
          </a:solidFill>
          <a:ln w="12700">
            <a:solidFill>
              <a:srgbClr val="C9A07A"/>
            </a:solidFill>
            <a:prstDash val="solid"/>
          </a:ln>
        </p:spPr>
      </p:sp>
      <p:sp>
        <p:nvSpPr>
          <p:cNvPr id="54" name="Shape 52"/>
          <p:cNvSpPr/>
          <p:nvPr/>
        </p:nvSpPr>
        <p:spPr>
          <a:xfrm>
            <a:off x="5306845" y="3167149"/>
            <a:ext cx="718220" cy="161599"/>
          </a:xfrm>
          <a:prstGeom prst="rect">
            <a:avLst/>
          </a:prstGeom>
          <a:solidFill>
            <a:srgbClr val="8E7A9E"/>
          </a:solidFill>
          <a:ln w="12700">
            <a:solidFill>
              <a:srgbClr val="8E7A9E"/>
            </a:solidFill>
            <a:prstDash val="solid"/>
          </a:ln>
        </p:spPr>
      </p:sp>
      <p:sp>
        <p:nvSpPr>
          <p:cNvPr id="55" name="Shape 53"/>
          <p:cNvSpPr/>
          <p:nvPr/>
        </p:nvSpPr>
        <p:spPr>
          <a:xfrm>
            <a:off x="6031050" y="3179119"/>
            <a:ext cx="23941" cy="137659"/>
          </a:xfrm>
          <a:prstGeom prst="rect">
            <a:avLst/>
          </a:prstGeom>
          <a:solidFill>
            <a:srgbClr val="2FB94A"/>
          </a:solidFill>
          <a:ln w="12700">
            <a:solidFill>
              <a:srgbClr val="2FB94A"/>
            </a:solidFill>
            <a:prstDash val="solid"/>
          </a:ln>
        </p:spPr>
      </p:sp>
      <p:sp>
        <p:nvSpPr>
          <p:cNvPr id="56" name="Shape 54"/>
          <p:cNvSpPr/>
          <p:nvPr/>
        </p:nvSpPr>
        <p:spPr>
          <a:xfrm>
            <a:off x="5306845" y="3352689"/>
            <a:ext cx="718220" cy="161599"/>
          </a:xfrm>
          <a:prstGeom prst="rect">
            <a:avLst/>
          </a:prstGeom>
          <a:solidFill>
            <a:srgbClr val="C9A7E6"/>
          </a:solidFill>
          <a:ln w="12700">
            <a:solidFill>
              <a:srgbClr val="C9A7E6"/>
            </a:solidFill>
            <a:prstDash val="solid"/>
          </a:ln>
        </p:spPr>
      </p:sp>
      <p:sp>
        <p:nvSpPr>
          <p:cNvPr id="57" name="Shape 55"/>
          <p:cNvSpPr/>
          <p:nvPr/>
        </p:nvSpPr>
        <p:spPr>
          <a:xfrm>
            <a:off x="6031050" y="3364659"/>
            <a:ext cx="23941" cy="137659"/>
          </a:xfrm>
          <a:prstGeom prst="rect">
            <a:avLst/>
          </a:prstGeom>
          <a:solidFill>
            <a:srgbClr val="2FB94A"/>
          </a:solidFill>
          <a:ln w="12700">
            <a:solidFill>
              <a:srgbClr val="2FB94A"/>
            </a:solidFill>
            <a:prstDash val="solid"/>
          </a:ln>
        </p:spPr>
      </p:sp>
      <p:sp>
        <p:nvSpPr>
          <p:cNvPr id="58" name="Shape 56"/>
          <p:cNvSpPr/>
          <p:nvPr/>
        </p:nvSpPr>
        <p:spPr>
          <a:xfrm>
            <a:off x="5073424" y="3562170"/>
            <a:ext cx="1185062" cy="74815"/>
          </a:xfrm>
          <a:prstGeom prst="rect">
            <a:avLst/>
          </a:prstGeom>
          <a:solidFill>
            <a:srgbClr val="E68FE0"/>
          </a:solidFill>
          <a:ln w="12700">
            <a:solidFill>
              <a:srgbClr val="E68FE0"/>
            </a:solidFill>
            <a:prstDash val="solid"/>
          </a:ln>
        </p:spPr>
      </p:sp>
      <p:sp>
        <p:nvSpPr>
          <p:cNvPr id="59" name="Shape 57"/>
          <p:cNvSpPr/>
          <p:nvPr/>
        </p:nvSpPr>
        <p:spPr>
          <a:xfrm>
            <a:off x="5073424" y="3654940"/>
            <a:ext cx="1185062" cy="74815"/>
          </a:xfrm>
          <a:prstGeom prst="rect">
            <a:avLst/>
          </a:prstGeom>
          <a:solidFill>
            <a:srgbClr val="FFA500"/>
          </a:solidFill>
          <a:ln w="12700">
            <a:solidFill>
              <a:srgbClr val="FFA500"/>
            </a:solidFill>
            <a:prstDash val="solid"/>
          </a:ln>
        </p:spPr>
      </p:sp>
      <p:sp>
        <p:nvSpPr>
          <p:cNvPr id="60" name="Shape 58"/>
          <p:cNvSpPr/>
          <p:nvPr/>
        </p:nvSpPr>
        <p:spPr>
          <a:xfrm>
            <a:off x="5073424" y="3747710"/>
            <a:ext cx="1185062" cy="74815"/>
          </a:xfrm>
          <a:prstGeom prst="rect">
            <a:avLst/>
          </a:prstGeom>
          <a:solidFill>
            <a:srgbClr val="90EE90"/>
          </a:solidFill>
          <a:ln w="12700">
            <a:solidFill>
              <a:srgbClr val="90EE90"/>
            </a:solidFill>
            <a:prstDash val="solid"/>
          </a:ln>
        </p:spPr>
      </p:sp>
      <p:sp>
        <p:nvSpPr>
          <p:cNvPr id="61" name="Shape 59"/>
          <p:cNvSpPr/>
          <p:nvPr/>
        </p:nvSpPr>
        <p:spPr>
          <a:xfrm>
            <a:off x="5073424" y="3840480"/>
            <a:ext cx="1185062" cy="74815"/>
          </a:xfrm>
          <a:prstGeom prst="rect">
            <a:avLst/>
          </a:prstGeom>
          <a:solidFill>
            <a:srgbClr val="FF6B6B"/>
          </a:solidFill>
          <a:ln w="12700">
            <a:solidFill>
              <a:srgbClr val="FF6B6B"/>
            </a:solidFill>
            <a:prstDash val="solid"/>
          </a:ln>
        </p:spPr>
      </p:sp>
      <p:sp>
        <p:nvSpPr>
          <p:cNvPr id="62" name="Shape 60"/>
          <p:cNvSpPr/>
          <p:nvPr/>
        </p:nvSpPr>
        <p:spPr>
          <a:xfrm>
            <a:off x="5073424" y="3933250"/>
            <a:ext cx="1185062" cy="74815"/>
          </a:xfrm>
          <a:prstGeom prst="rect">
            <a:avLst/>
          </a:prstGeom>
          <a:solidFill>
            <a:srgbClr val="7FB2E5"/>
          </a:solidFill>
          <a:ln w="12700">
            <a:solidFill>
              <a:srgbClr val="7FB2E5"/>
            </a:solidFill>
            <a:prstDash val="solid"/>
          </a:ln>
        </p:spPr>
      </p:sp>
      <p:sp>
        <p:nvSpPr>
          <p:cNvPr id="63" name="Shape 61"/>
          <p:cNvSpPr/>
          <p:nvPr/>
        </p:nvSpPr>
        <p:spPr>
          <a:xfrm>
            <a:off x="5073424" y="4026020"/>
            <a:ext cx="1185062" cy="74815"/>
          </a:xfrm>
          <a:prstGeom prst="rect">
            <a:avLst/>
          </a:prstGeom>
          <a:solidFill>
            <a:srgbClr val="B0B0B0"/>
          </a:solidFill>
          <a:ln w="12700">
            <a:solidFill>
              <a:srgbClr val="B0B0B0"/>
            </a:solidFill>
            <a:prstDash val="solid"/>
          </a:ln>
        </p:spPr>
      </p:sp>
      <p:sp>
        <p:nvSpPr>
          <p:cNvPr id="64" name="Shape 62"/>
          <p:cNvSpPr/>
          <p:nvPr/>
        </p:nvSpPr>
        <p:spPr>
          <a:xfrm>
            <a:off x="6330308" y="1419481"/>
            <a:ext cx="766101" cy="239407"/>
          </a:xfrm>
          <a:prstGeom prst="rect">
            <a:avLst/>
          </a:prstGeom>
          <a:solidFill>
            <a:srgbClr val="F4F4F4"/>
          </a:solidFill>
          <a:ln w="12700">
            <a:solidFill>
              <a:srgbClr val="000000"/>
            </a:solidFill>
            <a:prstDash val="solid"/>
          </a:ln>
        </p:spPr>
      </p:sp>
      <p:sp>
        <p:nvSpPr>
          <p:cNvPr id="65" name="Text 63"/>
          <p:cNvSpPr txBox="1"/>
          <p:nvPr/>
        </p:nvSpPr>
        <p:spPr>
          <a:xfrm>
            <a:off x="6330308" y="1419481"/>
            <a:ext cx="766101" cy="239407"/>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 Group</a:t>
            </a:r>
            <a:endParaRPr lang="en-US" sz="600" dirty="0"/>
          </a:p>
        </p:txBody>
      </p:sp>
      <p:sp>
        <p:nvSpPr>
          <p:cNvPr id="66" name="Shape 64"/>
          <p:cNvSpPr/>
          <p:nvPr/>
        </p:nvSpPr>
        <p:spPr>
          <a:xfrm>
            <a:off x="6330308" y="1730710"/>
            <a:ext cx="766101" cy="119703"/>
          </a:xfrm>
          <a:prstGeom prst="rect">
            <a:avLst/>
          </a:prstGeom>
          <a:solidFill>
            <a:srgbClr val="B9B4AE"/>
          </a:solidFill>
          <a:ln w="12700">
            <a:solidFill>
              <a:srgbClr val="B9B4AE"/>
            </a:solidFill>
            <a:prstDash val="solid"/>
          </a:ln>
        </p:spPr>
      </p:sp>
      <p:sp>
        <p:nvSpPr>
          <p:cNvPr id="67" name="Text 65"/>
          <p:cNvSpPr txBox="1"/>
          <p:nvPr/>
        </p:nvSpPr>
        <p:spPr>
          <a:xfrm>
            <a:off x="6366219" y="1730710"/>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68" name="Text 66"/>
          <p:cNvSpPr txBox="1"/>
          <p:nvPr/>
        </p:nvSpPr>
        <p:spPr>
          <a:xfrm>
            <a:off x="6366219" y="1874354"/>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69" name="Text 67"/>
          <p:cNvSpPr txBox="1"/>
          <p:nvPr/>
        </p:nvSpPr>
        <p:spPr>
          <a:xfrm>
            <a:off x="6366219" y="2017998"/>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70" name="Shape 68"/>
          <p:cNvSpPr/>
          <p:nvPr/>
        </p:nvSpPr>
        <p:spPr>
          <a:xfrm>
            <a:off x="6330308" y="2161642"/>
            <a:ext cx="766101" cy="119703"/>
          </a:xfrm>
          <a:prstGeom prst="rect">
            <a:avLst/>
          </a:prstGeom>
          <a:solidFill>
            <a:srgbClr val="B9B4AE"/>
          </a:solidFill>
          <a:ln w="12700">
            <a:solidFill>
              <a:srgbClr val="B9B4AE"/>
            </a:solidFill>
            <a:prstDash val="solid"/>
          </a:ln>
        </p:spPr>
      </p:sp>
      <p:sp>
        <p:nvSpPr>
          <p:cNvPr id="71" name="Text 69"/>
          <p:cNvSpPr txBox="1"/>
          <p:nvPr/>
        </p:nvSpPr>
        <p:spPr>
          <a:xfrm>
            <a:off x="6366219" y="2161642"/>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2</a:t>
            </a:r>
            <a:endParaRPr lang="en-US" sz="500" dirty="0"/>
          </a:p>
        </p:txBody>
      </p:sp>
      <p:sp>
        <p:nvSpPr>
          <p:cNvPr id="72" name="Shape 70"/>
          <p:cNvSpPr/>
          <p:nvPr/>
        </p:nvSpPr>
        <p:spPr>
          <a:xfrm>
            <a:off x="6940795" y="3933250"/>
            <a:ext cx="143644" cy="143644"/>
          </a:xfrm>
          <a:prstGeom prst="ellipse">
            <a:avLst/>
          </a:prstGeom>
          <a:solidFill>
            <a:srgbClr val="A34D92"/>
          </a:solidFill>
          <a:ln w="12700">
            <a:solidFill>
              <a:srgbClr val="A34D92"/>
            </a:solidFill>
            <a:prstDash val="solid"/>
          </a:ln>
        </p:spPr>
      </p:sp>
      <p:sp>
        <p:nvSpPr>
          <p:cNvPr id="73" name="Shape 71"/>
          <p:cNvSpPr/>
          <p:nvPr/>
        </p:nvSpPr>
        <p:spPr>
          <a:xfrm>
            <a:off x="6988676" y="3981131"/>
            <a:ext cx="47881" cy="47881"/>
          </a:xfrm>
          <a:prstGeom prst="ellipse">
            <a:avLst/>
          </a:prstGeom>
          <a:solidFill>
            <a:srgbClr val="FFFFFF"/>
          </a:solidFill>
          <a:ln w="12700">
            <a:solidFill>
              <a:srgbClr val="FFFFFF"/>
            </a:solidFill>
            <a:prstDash val="solid"/>
          </a:ln>
        </p:spPr>
      </p:sp>
      <p:sp>
        <p:nvSpPr>
          <p:cNvPr id="74" name="Text 72"/>
          <p:cNvSpPr txBox="1"/>
          <p:nvPr/>
        </p:nvSpPr>
        <p:spPr>
          <a:xfrm>
            <a:off x="548640" y="4179639"/>
            <a:ext cx="658368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pinned  ·  canvas 750 px  ·  layer panel 350 px</a:t>
            </a:r>
            <a:endParaRPr lang="en-US" sz="950" dirty="0"/>
          </a:p>
        </p:txBody>
      </p:sp>
      <p:sp>
        <p:nvSpPr>
          <p:cNvPr id="75" name="Shape 73"/>
          <p:cNvSpPr/>
          <p:nvPr/>
        </p:nvSpPr>
        <p:spPr>
          <a:xfrm>
            <a:off x="6893745" y="3736571"/>
            <a:ext cx="237744" cy="237744"/>
          </a:xfrm>
          <a:prstGeom prst="ellipse">
            <a:avLst/>
          </a:prstGeom>
          <a:solidFill>
            <a:srgbClr val="C2410C"/>
          </a:solidFill>
          <a:ln w="12700">
            <a:solidFill>
              <a:srgbClr val="C2410C"/>
            </a:solidFill>
            <a:prstDash val="solid"/>
          </a:ln>
        </p:spPr>
      </p:sp>
      <p:sp>
        <p:nvSpPr>
          <p:cNvPr id="76" name="Text 74"/>
          <p:cNvSpPr txBox="1"/>
          <p:nvPr/>
        </p:nvSpPr>
        <p:spPr>
          <a:xfrm>
            <a:off x="6893745" y="3736571"/>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7" name="Text 75"/>
          <p:cNvSpPr txBox="1"/>
          <p:nvPr/>
        </p:nvSpPr>
        <p:spPr>
          <a:xfrm>
            <a:off x="7589520" y="1371600"/>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Where</a:t>
            </a:r>
            <a:endParaRPr lang="en-US" sz="1400" dirty="0"/>
          </a:p>
        </p:txBody>
      </p:sp>
      <p:sp>
        <p:nvSpPr>
          <p:cNvPr id="78" name="Text 76"/>
          <p:cNvSpPr txBox="1"/>
          <p:nvPr/>
        </p:nvSpPr>
        <p:spPr>
          <a:xfrm>
            <a:off x="7589520" y="1673352"/>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Bottom far corner of the group column: the outer window edge, below the tree, out of the way of the layer buttons.</a:t>
            </a:r>
            <a:endParaRPr lang="en-US" sz="1250" dirty="0"/>
          </a:p>
        </p:txBody>
      </p:sp>
      <p:sp>
        <p:nvSpPr>
          <p:cNvPr id="79" name="Text 77"/>
          <p:cNvSpPr txBox="1"/>
          <p:nvPr/>
        </p:nvSpPr>
        <p:spPr>
          <a:xfrm>
            <a:off x="7589520" y="2487168"/>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At rest</a:t>
            </a:r>
            <a:endParaRPr lang="en-US" sz="1400" dirty="0"/>
          </a:p>
        </p:txBody>
      </p:sp>
      <p:sp>
        <p:nvSpPr>
          <p:cNvPr id="80" name="Text 78"/>
          <p:cNvSpPr txBox="1"/>
          <p:nvPr/>
        </p:nvSpPr>
        <p:spPr>
          <a:xfrm>
            <a:off x="7589520" y="2788920"/>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Faint, about a third opacity. It brightens to full when the mouse is over the group column, so it never competes with the tree.</a:t>
            </a:r>
            <a:endParaRPr lang="en-US" sz="1250" dirty="0"/>
          </a:p>
        </p:txBody>
      </p:sp>
      <p:sp>
        <p:nvSpPr>
          <p:cNvPr id="81" name="Text 79"/>
          <p:cNvSpPr txBox="1"/>
          <p:nvPr/>
        </p:nvSpPr>
        <p:spPr>
          <a:xfrm>
            <a:off x="7589520" y="3602736"/>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What it means</a:t>
            </a:r>
            <a:endParaRPr lang="en-US" sz="1400" dirty="0"/>
          </a:p>
        </p:txBody>
      </p:sp>
      <p:sp>
        <p:nvSpPr>
          <p:cNvPr id="82" name="Text 80"/>
          <p:cNvSpPr txBox="1"/>
          <p:nvPr/>
        </p:nvSpPr>
        <p:spPr>
          <a:xfrm>
            <a:off x="7589520" y="3904488"/>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Upright pin = pinned in place (today's layout). Tilted pin = auto-hide. One glyph tells you which mode you are in.</a:t>
            </a:r>
            <a:endParaRPr lang="en-US" sz="1250" dirty="0"/>
          </a:p>
        </p:txBody>
      </p:sp>
      <p:sp>
        <p:nvSpPr>
          <p:cNvPr id="83" name="Text 81"/>
          <p:cNvSpPr txBox="1"/>
          <p:nvPr/>
        </p:nvSpPr>
        <p:spPr>
          <a:xfrm>
            <a:off x="7589520" y="4718304"/>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What it does</a:t>
            </a:r>
            <a:endParaRPr lang="en-US" sz="1400" dirty="0"/>
          </a:p>
        </p:txBody>
      </p:sp>
      <p:sp>
        <p:nvSpPr>
          <p:cNvPr id="84" name="Text 82"/>
          <p:cNvSpPr txBox="1"/>
          <p:nvPr/>
        </p:nvSpPr>
        <p:spPr>
          <a:xfrm>
            <a:off x="7589520" y="5020056"/>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Toggles between pinned and auto-hide. In auto-hide the column lives off-screen and can be peeked by hovering the edge.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1 · B1 hover pin with peek</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6</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B1 · STATES</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Three states, one pin</a:t>
            </a:r>
            <a:endParaRPr lang="en-US" sz="3200" dirty="0"/>
          </a:p>
        </p:txBody>
      </p:sp>
      <p:sp>
        <p:nvSpPr>
          <p:cNvPr id="6" name="Text 4"/>
          <p:cNvSpPr txBox="1"/>
          <p:nvPr/>
        </p:nvSpPr>
        <p:spPr>
          <a:xfrm>
            <a:off x="548640" y="1143000"/>
            <a:ext cx="3520440" cy="365760"/>
          </a:xfrm>
          <a:prstGeom prst="rect">
            <a:avLst/>
          </a:prstGeom>
          <a:noFill/>
          <a:ln/>
        </p:spPr>
        <p:txBody>
          <a:bodyPr wrap="square" lIns="0" tIns="0" rIns="0" bIns="0" rtlCol="0" anchor="ctr"/>
          <a:lstStyle/>
          <a:p>
            <a:pPr indent="0" marL="0">
              <a:buNone/>
            </a:pPr>
            <a:r>
              <a:rPr lang="en-US" sz="1800" b="1" dirty="0">
                <a:solidFill>
                  <a:srgbClr val="1E1E1C"/>
                </a:solidFill>
                <a:latin typeface="Calibri" pitchFamily="34" charset="0"/>
                <a:ea typeface="Calibri" pitchFamily="34" charset="-122"/>
                <a:cs typeface="Calibri" pitchFamily="34" charset="-120"/>
              </a:rPr>
              <a:t>Pinned</a:t>
            </a:r>
            <a:endParaRPr lang="en-US" sz="1800" dirty="0"/>
          </a:p>
        </p:txBody>
      </p:sp>
      <p:sp>
        <p:nvSpPr>
          <p:cNvPr id="7" name="Shape 5"/>
          <p:cNvSpPr/>
          <p:nvPr/>
        </p:nvSpPr>
        <p:spPr>
          <a:xfrm>
            <a:off x="548640" y="1554480"/>
            <a:ext cx="3520440" cy="1472184"/>
          </a:xfrm>
          <a:prstGeom prst="rect">
            <a:avLst/>
          </a:prstGeom>
          <a:solidFill>
            <a:srgbClr val="EBEBEB"/>
          </a:solidFill>
          <a:ln w="9525">
            <a:solidFill>
              <a:srgbClr val="B9B6B0"/>
            </a:solidFill>
            <a:prstDash val="solid"/>
          </a:ln>
        </p:spPr>
      </p:sp>
      <p:sp>
        <p:nvSpPr>
          <p:cNvPr id="8" name="Shape 6"/>
          <p:cNvSpPr/>
          <p:nvPr/>
        </p:nvSpPr>
        <p:spPr>
          <a:xfrm>
            <a:off x="574243" y="1573682"/>
            <a:ext cx="132359" cy="76810"/>
          </a:xfrm>
          <a:prstGeom prst="rect">
            <a:avLst/>
          </a:prstGeom>
          <a:solidFill>
            <a:srgbClr val="D3D3D3"/>
          </a:solidFill>
          <a:ln w="12700">
            <a:solidFill>
              <a:srgbClr val="D3D3D3"/>
            </a:solidFill>
            <a:prstDash val="solid"/>
          </a:ln>
        </p:spPr>
      </p:sp>
      <p:sp>
        <p:nvSpPr>
          <p:cNvPr id="9" name="Shape 7"/>
          <p:cNvSpPr/>
          <p:nvPr/>
        </p:nvSpPr>
        <p:spPr>
          <a:xfrm>
            <a:off x="722605" y="1573682"/>
            <a:ext cx="132359" cy="76810"/>
          </a:xfrm>
          <a:prstGeom prst="rect">
            <a:avLst/>
          </a:prstGeom>
          <a:solidFill>
            <a:srgbClr val="1B9E9E"/>
          </a:solidFill>
          <a:ln w="12700">
            <a:solidFill>
              <a:srgbClr val="1B9E9E"/>
            </a:solidFill>
            <a:prstDash val="solid"/>
          </a:ln>
        </p:spPr>
      </p:sp>
      <p:sp>
        <p:nvSpPr>
          <p:cNvPr id="10" name="Shape 8"/>
          <p:cNvSpPr/>
          <p:nvPr/>
        </p:nvSpPr>
        <p:spPr>
          <a:xfrm>
            <a:off x="870966" y="1573682"/>
            <a:ext cx="132359" cy="76810"/>
          </a:xfrm>
          <a:prstGeom prst="rect">
            <a:avLst/>
          </a:prstGeom>
          <a:solidFill>
            <a:srgbClr val="F5C400"/>
          </a:solidFill>
          <a:ln w="12700">
            <a:solidFill>
              <a:srgbClr val="F5C400"/>
            </a:solidFill>
            <a:prstDash val="solid"/>
          </a:ln>
        </p:spPr>
      </p:sp>
      <p:sp>
        <p:nvSpPr>
          <p:cNvPr id="11" name="Shape 9"/>
          <p:cNvSpPr/>
          <p:nvPr/>
        </p:nvSpPr>
        <p:spPr>
          <a:xfrm>
            <a:off x="1019327" y="1573682"/>
            <a:ext cx="132359" cy="76810"/>
          </a:xfrm>
          <a:prstGeom prst="rect">
            <a:avLst/>
          </a:prstGeom>
          <a:solidFill>
            <a:srgbClr val="7B4A9E"/>
          </a:solidFill>
          <a:ln w="12700">
            <a:solidFill>
              <a:srgbClr val="7B4A9E"/>
            </a:solidFill>
            <a:prstDash val="solid"/>
          </a:ln>
        </p:spPr>
      </p:sp>
      <p:sp>
        <p:nvSpPr>
          <p:cNvPr id="12" name="Shape 10"/>
          <p:cNvSpPr/>
          <p:nvPr/>
        </p:nvSpPr>
        <p:spPr>
          <a:xfrm>
            <a:off x="1167689" y="1573682"/>
            <a:ext cx="132359" cy="76810"/>
          </a:xfrm>
          <a:prstGeom prst="rect">
            <a:avLst/>
          </a:prstGeom>
          <a:solidFill>
            <a:srgbClr val="E0640E"/>
          </a:solidFill>
          <a:ln w="12700">
            <a:solidFill>
              <a:srgbClr val="E0640E"/>
            </a:solidFill>
            <a:prstDash val="solid"/>
          </a:ln>
        </p:spPr>
      </p:sp>
      <p:sp>
        <p:nvSpPr>
          <p:cNvPr id="13" name="Shape 11"/>
          <p:cNvSpPr/>
          <p:nvPr/>
        </p:nvSpPr>
        <p:spPr>
          <a:xfrm>
            <a:off x="1316050" y="1573682"/>
            <a:ext cx="132359" cy="76810"/>
          </a:xfrm>
          <a:prstGeom prst="rect">
            <a:avLst/>
          </a:prstGeom>
          <a:solidFill>
            <a:srgbClr val="3A8CD8"/>
          </a:solidFill>
          <a:ln w="12700">
            <a:solidFill>
              <a:srgbClr val="3A8CD8"/>
            </a:solidFill>
            <a:prstDash val="solid"/>
          </a:ln>
        </p:spPr>
      </p:sp>
      <p:sp>
        <p:nvSpPr>
          <p:cNvPr id="14" name="Shape 12"/>
          <p:cNvSpPr/>
          <p:nvPr/>
        </p:nvSpPr>
        <p:spPr>
          <a:xfrm>
            <a:off x="1464412" y="1573682"/>
            <a:ext cx="132359" cy="76810"/>
          </a:xfrm>
          <a:prstGeom prst="rect">
            <a:avLst/>
          </a:prstGeom>
          <a:solidFill>
            <a:srgbClr val="E84A46"/>
          </a:solidFill>
          <a:ln w="12700">
            <a:solidFill>
              <a:srgbClr val="E84A46"/>
            </a:solidFill>
            <a:prstDash val="solid"/>
          </a:ln>
        </p:spPr>
      </p:sp>
      <p:sp>
        <p:nvSpPr>
          <p:cNvPr id="15" name="Shape 13"/>
          <p:cNvSpPr/>
          <p:nvPr/>
        </p:nvSpPr>
        <p:spPr>
          <a:xfrm>
            <a:off x="1612773" y="1573682"/>
            <a:ext cx="132359" cy="76810"/>
          </a:xfrm>
          <a:prstGeom prst="rect">
            <a:avLst/>
          </a:prstGeom>
          <a:solidFill>
            <a:srgbClr val="C7A7E8"/>
          </a:solidFill>
          <a:ln w="12700">
            <a:solidFill>
              <a:srgbClr val="C7A7E8"/>
            </a:solidFill>
            <a:prstDash val="solid"/>
          </a:ln>
        </p:spPr>
      </p:sp>
      <p:sp>
        <p:nvSpPr>
          <p:cNvPr id="16" name="Shape 14"/>
          <p:cNvSpPr/>
          <p:nvPr/>
        </p:nvSpPr>
        <p:spPr>
          <a:xfrm>
            <a:off x="1761134" y="1573682"/>
            <a:ext cx="132359" cy="76810"/>
          </a:xfrm>
          <a:prstGeom prst="rect">
            <a:avLst/>
          </a:prstGeom>
          <a:solidFill>
            <a:srgbClr val="F27EAE"/>
          </a:solidFill>
          <a:ln w="12700">
            <a:solidFill>
              <a:srgbClr val="F27EAE"/>
            </a:solidFill>
            <a:prstDash val="solid"/>
          </a:ln>
        </p:spPr>
      </p:sp>
      <p:sp>
        <p:nvSpPr>
          <p:cNvPr id="17" name="Shape 15"/>
          <p:cNvSpPr/>
          <p:nvPr/>
        </p:nvSpPr>
        <p:spPr>
          <a:xfrm>
            <a:off x="1909496" y="1573682"/>
            <a:ext cx="132359" cy="76810"/>
          </a:xfrm>
          <a:prstGeom prst="rect">
            <a:avLst/>
          </a:prstGeom>
          <a:solidFill>
            <a:srgbClr val="B58B7A"/>
          </a:solidFill>
          <a:ln w="12700">
            <a:solidFill>
              <a:srgbClr val="B58B7A"/>
            </a:solidFill>
            <a:prstDash val="solid"/>
          </a:ln>
        </p:spPr>
      </p:sp>
      <p:sp>
        <p:nvSpPr>
          <p:cNvPr id="18" name="Shape 16"/>
          <p:cNvSpPr/>
          <p:nvPr/>
        </p:nvSpPr>
        <p:spPr>
          <a:xfrm>
            <a:off x="2057857" y="1573682"/>
            <a:ext cx="132359" cy="76810"/>
          </a:xfrm>
          <a:prstGeom prst="rect">
            <a:avLst/>
          </a:prstGeom>
          <a:solidFill>
            <a:srgbClr val="A0475F"/>
          </a:solidFill>
          <a:ln w="12700">
            <a:solidFill>
              <a:srgbClr val="A0475F"/>
            </a:solidFill>
            <a:prstDash val="solid"/>
          </a:ln>
        </p:spPr>
      </p:sp>
      <p:sp>
        <p:nvSpPr>
          <p:cNvPr id="19" name="Shape 17"/>
          <p:cNvSpPr/>
          <p:nvPr/>
        </p:nvSpPr>
        <p:spPr>
          <a:xfrm>
            <a:off x="2206219" y="1573682"/>
            <a:ext cx="132359" cy="76810"/>
          </a:xfrm>
          <a:prstGeom prst="rect">
            <a:avLst/>
          </a:prstGeom>
          <a:solidFill>
            <a:srgbClr val="4BB543"/>
          </a:solidFill>
          <a:ln w="12700">
            <a:solidFill>
              <a:srgbClr val="4BB543"/>
            </a:solidFill>
            <a:prstDash val="solid"/>
          </a:ln>
        </p:spPr>
      </p:sp>
      <p:sp>
        <p:nvSpPr>
          <p:cNvPr id="20" name="Shape 18"/>
          <p:cNvSpPr/>
          <p:nvPr/>
        </p:nvSpPr>
        <p:spPr>
          <a:xfrm>
            <a:off x="2354580" y="1573682"/>
            <a:ext cx="132359" cy="76810"/>
          </a:xfrm>
          <a:prstGeom prst="rect">
            <a:avLst/>
          </a:prstGeom>
          <a:solidFill>
            <a:srgbClr val="B8BABB"/>
          </a:solidFill>
          <a:ln w="12700">
            <a:solidFill>
              <a:srgbClr val="B8BABB"/>
            </a:solidFill>
            <a:prstDash val="solid"/>
          </a:ln>
        </p:spPr>
      </p:sp>
      <p:sp>
        <p:nvSpPr>
          <p:cNvPr id="21" name="Shape 19"/>
          <p:cNvSpPr/>
          <p:nvPr/>
        </p:nvSpPr>
        <p:spPr>
          <a:xfrm>
            <a:off x="2502941" y="1573682"/>
            <a:ext cx="132359" cy="76810"/>
          </a:xfrm>
          <a:prstGeom prst="rect">
            <a:avLst/>
          </a:prstGeom>
          <a:solidFill>
            <a:srgbClr val="A34D92"/>
          </a:solidFill>
          <a:ln w="12700">
            <a:solidFill>
              <a:srgbClr val="A34D92"/>
            </a:solidFill>
            <a:prstDash val="solid"/>
          </a:ln>
        </p:spPr>
      </p:sp>
      <p:sp>
        <p:nvSpPr>
          <p:cNvPr id="22" name="Shape 20"/>
          <p:cNvSpPr/>
          <p:nvPr/>
        </p:nvSpPr>
        <p:spPr>
          <a:xfrm>
            <a:off x="2680106" y="1573682"/>
            <a:ext cx="160020" cy="76810"/>
          </a:xfrm>
          <a:prstGeom prst="rect">
            <a:avLst/>
          </a:prstGeom>
          <a:solidFill>
            <a:srgbClr val="F5C400"/>
          </a:solidFill>
          <a:ln w="12700">
            <a:solidFill>
              <a:srgbClr val="F5C400"/>
            </a:solidFill>
            <a:prstDash val="solid"/>
          </a:ln>
        </p:spPr>
      </p:sp>
      <p:sp>
        <p:nvSpPr>
          <p:cNvPr id="23" name="Shape 21"/>
          <p:cNvSpPr/>
          <p:nvPr/>
        </p:nvSpPr>
        <p:spPr>
          <a:xfrm>
            <a:off x="2852928" y="1573682"/>
            <a:ext cx="76810" cy="76810"/>
          </a:xfrm>
          <a:prstGeom prst="rect">
            <a:avLst/>
          </a:prstGeom>
          <a:solidFill>
            <a:srgbClr val="D0D0D0"/>
          </a:solidFill>
          <a:ln w="12700">
            <a:solidFill>
              <a:srgbClr val="D0D0D0"/>
            </a:solidFill>
            <a:prstDash val="solid"/>
          </a:ln>
        </p:spPr>
      </p:sp>
      <p:sp>
        <p:nvSpPr>
          <p:cNvPr id="24" name="Shape 22"/>
          <p:cNvSpPr/>
          <p:nvPr/>
        </p:nvSpPr>
        <p:spPr>
          <a:xfrm>
            <a:off x="638251" y="1669694"/>
            <a:ext cx="3200" cy="1356970"/>
          </a:xfrm>
          <a:prstGeom prst="rect">
            <a:avLst/>
          </a:prstGeom>
          <a:solidFill>
            <a:srgbClr val="DADADA"/>
          </a:solidFill>
          <a:ln w="12700">
            <a:solidFill>
              <a:srgbClr val="DADADA"/>
            </a:solidFill>
            <a:prstDash val="solid"/>
          </a:ln>
        </p:spPr>
      </p:sp>
      <p:sp>
        <p:nvSpPr>
          <p:cNvPr id="25" name="Shape 23"/>
          <p:cNvSpPr/>
          <p:nvPr/>
        </p:nvSpPr>
        <p:spPr>
          <a:xfrm>
            <a:off x="817474" y="1669694"/>
            <a:ext cx="3200" cy="1356970"/>
          </a:xfrm>
          <a:prstGeom prst="rect">
            <a:avLst/>
          </a:prstGeom>
          <a:solidFill>
            <a:srgbClr val="DADADA"/>
          </a:solidFill>
          <a:ln w="12700">
            <a:solidFill>
              <a:srgbClr val="DADADA"/>
            </a:solidFill>
            <a:prstDash val="solid"/>
          </a:ln>
        </p:spPr>
      </p:sp>
      <p:sp>
        <p:nvSpPr>
          <p:cNvPr id="26" name="Shape 24"/>
          <p:cNvSpPr/>
          <p:nvPr/>
        </p:nvSpPr>
        <p:spPr>
          <a:xfrm>
            <a:off x="996696" y="1669694"/>
            <a:ext cx="3200" cy="1356970"/>
          </a:xfrm>
          <a:prstGeom prst="rect">
            <a:avLst/>
          </a:prstGeom>
          <a:solidFill>
            <a:srgbClr val="DADADA"/>
          </a:solidFill>
          <a:ln w="12700">
            <a:solidFill>
              <a:srgbClr val="DADADA"/>
            </a:solidFill>
            <a:prstDash val="solid"/>
          </a:ln>
        </p:spPr>
      </p:sp>
      <p:sp>
        <p:nvSpPr>
          <p:cNvPr id="27" name="Shape 25"/>
          <p:cNvSpPr/>
          <p:nvPr/>
        </p:nvSpPr>
        <p:spPr>
          <a:xfrm>
            <a:off x="1175918" y="1669694"/>
            <a:ext cx="3200" cy="1356970"/>
          </a:xfrm>
          <a:prstGeom prst="rect">
            <a:avLst/>
          </a:prstGeom>
          <a:solidFill>
            <a:srgbClr val="DADADA"/>
          </a:solidFill>
          <a:ln w="12700">
            <a:solidFill>
              <a:srgbClr val="DADADA"/>
            </a:solidFill>
            <a:prstDash val="solid"/>
          </a:ln>
        </p:spPr>
      </p:sp>
      <p:sp>
        <p:nvSpPr>
          <p:cNvPr id="28" name="Shape 26"/>
          <p:cNvSpPr/>
          <p:nvPr/>
        </p:nvSpPr>
        <p:spPr>
          <a:xfrm>
            <a:off x="1355141" y="1669694"/>
            <a:ext cx="3200" cy="1356970"/>
          </a:xfrm>
          <a:prstGeom prst="rect">
            <a:avLst/>
          </a:prstGeom>
          <a:solidFill>
            <a:srgbClr val="DADADA"/>
          </a:solidFill>
          <a:ln w="12700">
            <a:solidFill>
              <a:srgbClr val="DADADA"/>
            </a:solidFill>
            <a:prstDash val="solid"/>
          </a:ln>
        </p:spPr>
      </p:sp>
      <p:sp>
        <p:nvSpPr>
          <p:cNvPr id="29" name="Shape 27"/>
          <p:cNvSpPr/>
          <p:nvPr/>
        </p:nvSpPr>
        <p:spPr>
          <a:xfrm>
            <a:off x="1534363" y="1669694"/>
            <a:ext cx="3200" cy="1356970"/>
          </a:xfrm>
          <a:prstGeom prst="rect">
            <a:avLst/>
          </a:prstGeom>
          <a:solidFill>
            <a:srgbClr val="DADADA"/>
          </a:solidFill>
          <a:ln w="12700">
            <a:solidFill>
              <a:srgbClr val="DADADA"/>
            </a:solidFill>
            <a:prstDash val="solid"/>
          </a:ln>
        </p:spPr>
      </p:sp>
      <p:sp>
        <p:nvSpPr>
          <p:cNvPr id="30" name="Shape 28"/>
          <p:cNvSpPr/>
          <p:nvPr/>
        </p:nvSpPr>
        <p:spPr>
          <a:xfrm>
            <a:off x="1713586" y="1669694"/>
            <a:ext cx="3200" cy="1356970"/>
          </a:xfrm>
          <a:prstGeom prst="rect">
            <a:avLst/>
          </a:prstGeom>
          <a:solidFill>
            <a:srgbClr val="DADADA"/>
          </a:solidFill>
          <a:ln w="12700">
            <a:solidFill>
              <a:srgbClr val="DADADA"/>
            </a:solidFill>
            <a:prstDash val="solid"/>
          </a:ln>
        </p:spPr>
      </p:sp>
      <p:sp>
        <p:nvSpPr>
          <p:cNvPr id="31" name="Shape 29"/>
          <p:cNvSpPr/>
          <p:nvPr/>
        </p:nvSpPr>
        <p:spPr>
          <a:xfrm>
            <a:off x="1892808" y="1669694"/>
            <a:ext cx="3200" cy="1356970"/>
          </a:xfrm>
          <a:prstGeom prst="rect">
            <a:avLst/>
          </a:prstGeom>
          <a:solidFill>
            <a:srgbClr val="DADADA"/>
          </a:solidFill>
          <a:ln w="12700">
            <a:solidFill>
              <a:srgbClr val="DADADA"/>
            </a:solidFill>
            <a:prstDash val="solid"/>
          </a:ln>
        </p:spPr>
      </p:sp>
      <p:sp>
        <p:nvSpPr>
          <p:cNvPr id="32" name="Shape 30"/>
          <p:cNvSpPr/>
          <p:nvPr/>
        </p:nvSpPr>
        <p:spPr>
          <a:xfrm>
            <a:off x="2072030" y="1669694"/>
            <a:ext cx="3200" cy="1356970"/>
          </a:xfrm>
          <a:prstGeom prst="rect">
            <a:avLst/>
          </a:prstGeom>
          <a:solidFill>
            <a:srgbClr val="DADADA"/>
          </a:solidFill>
          <a:ln w="12700">
            <a:solidFill>
              <a:srgbClr val="DADADA"/>
            </a:solidFill>
            <a:prstDash val="solid"/>
          </a:ln>
        </p:spPr>
      </p:sp>
      <p:sp>
        <p:nvSpPr>
          <p:cNvPr id="33" name="Shape 31"/>
          <p:cNvSpPr/>
          <p:nvPr/>
        </p:nvSpPr>
        <p:spPr>
          <a:xfrm>
            <a:off x="2251253" y="1669694"/>
            <a:ext cx="3200" cy="1356970"/>
          </a:xfrm>
          <a:prstGeom prst="rect">
            <a:avLst/>
          </a:prstGeom>
          <a:solidFill>
            <a:srgbClr val="DADADA"/>
          </a:solidFill>
          <a:ln w="12700">
            <a:solidFill>
              <a:srgbClr val="DADADA"/>
            </a:solidFill>
            <a:prstDash val="solid"/>
          </a:ln>
        </p:spPr>
      </p:sp>
      <p:sp>
        <p:nvSpPr>
          <p:cNvPr id="34" name="Shape 32"/>
          <p:cNvSpPr/>
          <p:nvPr/>
        </p:nvSpPr>
        <p:spPr>
          <a:xfrm>
            <a:off x="2430475" y="1669694"/>
            <a:ext cx="3200" cy="1356970"/>
          </a:xfrm>
          <a:prstGeom prst="rect">
            <a:avLst/>
          </a:prstGeom>
          <a:solidFill>
            <a:srgbClr val="DADADA"/>
          </a:solidFill>
          <a:ln w="12700">
            <a:solidFill>
              <a:srgbClr val="DADADA"/>
            </a:solidFill>
            <a:prstDash val="solid"/>
          </a:ln>
        </p:spPr>
      </p:sp>
      <p:sp>
        <p:nvSpPr>
          <p:cNvPr id="35" name="Shape 33"/>
          <p:cNvSpPr/>
          <p:nvPr/>
        </p:nvSpPr>
        <p:spPr>
          <a:xfrm>
            <a:off x="2609698" y="1669694"/>
            <a:ext cx="3200" cy="1356970"/>
          </a:xfrm>
          <a:prstGeom prst="rect">
            <a:avLst/>
          </a:prstGeom>
          <a:solidFill>
            <a:srgbClr val="DADADA"/>
          </a:solidFill>
          <a:ln w="12700">
            <a:solidFill>
              <a:srgbClr val="DADADA"/>
            </a:solidFill>
            <a:prstDash val="solid"/>
          </a:ln>
        </p:spPr>
      </p:sp>
      <p:sp>
        <p:nvSpPr>
          <p:cNvPr id="36" name="Shape 34"/>
          <p:cNvSpPr/>
          <p:nvPr/>
        </p:nvSpPr>
        <p:spPr>
          <a:xfrm>
            <a:off x="2788920" y="1669694"/>
            <a:ext cx="3200" cy="1356970"/>
          </a:xfrm>
          <a:prstGeom prst="rect">
            <a:avLst/>
          </a:prstGeom>
          <a:solidFill>
            <a:srgbClr val="DADADA"/>
          </a:solidFill>
          <a:ln w="12700">
            <a:solidFill>
              <a:srgbClr val="DADADA"/>
            </a:solidFill>
            <a:prstDash val="solid"/>
          </a:ln>
        </p:spPr>
      </p:sp>
      <p:sp>
        <p:nvSpPr>
          <p:cNvPr id="37" name="Shape 35"/>
          <p:cNvSpPr/>
          <p:nvPr/>
        </p:nvSpPr>
        <p:spPr>
          <a:xfrm>
            <a:off x="548640" y="1759306"/>
            <a:ext cx="2400300" cy="3200"/>
          </a:xfrm>
          <a:prstGeom prst="rect">
            <a:avLst/>
          </a:prstGeom>
          <a:solidFill>
            <a:srgbClr val="DADADA"/>
          </a:solidFill>
          <a:ln w="12700">
            <a:solidFill>
              <a:srgbClr val="DADADA"/>
            </a:solidFill>
            <a:prstDash val="solid"/>
          </a:ln>
        </p:spPr>
      </p:sp>
      <p:sp>
        <p:nvSpPr>
          <p:cNvPr id="38" name="Shape 36"/>
          <p:cNvSpPr/>
          <p:nvPr/>
        </p:nvSpPr>
        <p:spPr>
          <a:xfrm>
            <a:off x="548640" y="1938528"/>
            <a:ext cx="2400300" cy="3200"/>
          </a:xfrm>
          <a:prstGeom prst="rect">
            <a:avLst/>
          </a:prstGeom>
          <a:solidFill>
            <a:srgbClr val="DADADA"/>
          </a:solidFill>
          <a:ln w="12700">
            <a:solidFill>
              <a:srgbClr val="DADADA"/>
            </a:solidFill>
            <a:prstDash val="solid"/>
          </a:ln>
        </p:spPr>
      </p:sp>
      <p:sp>
        <p:nvSpPr>
          <p:cNvPr id="39" name="Shape 37"/>
          <p:cNvSpPr/>
          <p:nvPr/>
        </p:nvSpPr>
        <p:spPr>
          <a:xfrm>
            <a:off x="548640" y="2117750"/>
            <a:ext cx="2400300" cy="3200"/>
          </a:xfrm>
          <a:prstGeom prst="rect">
            <a:avLst/>
          </a:prstGeom>
          <a:solidFill>
            <a:srgbClr val="DADADA"/>
          </a:solidFill>
          <a:ln w="12700">
            <a:solidFill>
              <a:srgbClr val="DADADA"/>
            </a:solidFill>
            <a:prstDash val="solid"/>
          </a:ln>
        </p:spPr>
      </p:sp>
      <p:sp>
        <p:nvSpPr>
          <p:cNvPr id="40" name="Shape 38"/>
          <p:cNvSpPr/>
          <p:nvPr/>
        </p:nvSpPr>
        <p:spPr>
          <a:xfrm>
            <a:off x="548640" y="2296973"/>
            <a:ext cx="2400300" cy="3200"/>
          </a:xfrm>
          <a:prstGeom prst="rect">
            <a:avLst/>
          </a:prstGeom>
          <a:solidFill>
            <a:srgbClr val="DADADA"/>
          </a:solidFill>
          <a:ln w="12700">
            <a:solidFill>
              <a:srgbClr val="DADADA"/>
            </a:solidFill>
            <a:prstDash val="solid"/>
          </a:ln>
        </p:spPr>
      </p:sp>
      <p:sp>
        <p:nvSpPr>
          <p:cNvPr id="41" name="Shape 39"/>
          <p:cNvSpPr/>
          <p:nvPr/>
        </p:nvSpPr>
        <p:spPr>
          <a:xfrm>
            <a:off x="548640" y="2476195"/>
            <a:ext cx="2400300" cy="3200"/>
          </a:xfrm>
          <a:prstGeom prst="rect">
            <a:avLst/>
          </a:prstGeom>
          <a:solidFill>
            <a:srgbClr val="DADADA"/>
          </a:solidFill>
          <a:ln w="12700">
            <a:solidFill>
              <a:srgbClr val="DADADA"/>
            </a:solidFill>
            <a:prstDash val="solid"/>
          </a:ln>
        </p:spPr>
      </p:sp>
      <p:sp>
        <p:nvSpPr>
          <p:cNvPr id="42" name="Shape 40"/>
          <p:cNvSpPr/>
          <p:nvPr/>
        </p:nvSpPr>
        <p:spPr>
          <a:xfrm>
            <a:off x="548640" y="2655418"/>
            <a:ext cx="2400300" cy="3200"/>
          </a:xfrm>
          <a:prstGeom prst="rect">
            <a:avLst/>
          </a:prstGeom>
          <a:solidFill>
            <a:srgbClr val="DADADA"/>
          </a:solidFill>
          <a:ln w="12700">
            <a:solidFill>
              <a:srgbClr val="DADADA"/>
            </a:solidFill>
            <a:prstDash val="solid"/>
          </a:ln>
        </p:spPr>
      </p:sp>
      <p:sp>
        <p:nvSpPr>
          <p:cNvPr id="43" name="Shape 41"/>
          <p:cNvSpPr/>
          <p:nvPr/>
        </p:nvSpPr>
        <p:spPr>
          <a:xfrm>
            <a:off x="548640" y="2834640"/>
            <a:ext cx="2400300" cy="3200"/>
          </a:xfrm>
          <a:prstGeom prst="rect">
            <a:avLst/>
          </a:prstGeom>
          <a:solidFill>
            <a:srgbClr val="DADADA"/>
          </a:solidFill>
          <a:ln w="12700">
            <a:solidFill>
              <a:srgbClr val="DADADA"/>
            </a:solidFill>
            <a:prstDash val="solid"/>
          </a:ln>
        </p:spPr>
      </p:sp>
      <p:sp>
        <p:nvSpPr>
          <p:cNvPr id="44" name="Shape 42"/>
          <p:cNvSpPr/>
          <p:nvPr/>
        </p:nvSpPr>
        <p:spPr>
          <a:xfrm>
            <a:off x="548640" y="3013862"/>
            <a:ext cx="2400300" cy="3200"/>
          </a:xfrm>
          <a:prstGeom prst="rect">
            <a:avLst/>
          </a:prstGeom>
          <a:solidFill>
            <a:srgbClr val="DADADA"/>
          </a:solidFill>
          <a:ln w="12700">
            <a:solidFill>
              <a:srgbClr val="DADADA"/>
            </a:solidFill>
            <a:prstDash val="solid"/>
          </a:ln>
        </p:spPr>
      </p:sp>
      <p:sp>
        <p:nvSpPr>
          <p:cNvPr id="45" name="Shape 43"/>
          <p:cNvSpPr/>
          <p:nvPr/>
        </p:nvSpPr>
        <p:spPr>
          <a:xfrm>
            <a:off x="2948940" y="1554480"/>
            <a:ext cx="1120140" cy="1472184"/>
          </a:xfrm>
          <a:prstGeom prst="rect">
            <a:avLst/>
          </a:prstGeom>
          <a:solidFill>
            <a:srgbClr val="ECECEC"/>
          </a:solidFill>
          <a:ln w="6350">
            <a:solidFill>
              <a:srgbClr val="D2D0CB"/>
            </a:solidFill>
            <a:prstDash val="solid"/>
          </a:ln>
        </p:spPr>
      </p:sp>
      <p:sp>
        <p:nvSpPr>
          <p:cNvPr id="46" name="Shape 44"/>
          <p:cNvSpPr/>
          <p:nvPr/>
        </p:nvSpPr>
        <p:spPr>
          <a:xfrm>
            <a:off x="3140964" y="1586484"/>
            <a:ext cx="83210" cy="83210"/>
          </a:xfrm>
          <a:prstGeom prst="ellipse">
            <a:avLst/>
          </a:prstGeom>
          <a:solidFill>
            <a:srgbClr val="8E44E0"/>
          </a:solidFill>
          <a:ln w="12700">
            <a:solidFill>
              <a:srgbClr val="8E44E0"/>
            </a:solidFill>
            <a:prstDash val="solid"/>
          </a:ln>
        </p:spPr>
      </p:sp>
      <p:sp>
        <p:nvSpPr>
          <p:cNvPr id="47" name="Shape 45"/>
          <p:cNvSpPr/>
          <p:nvPr/>
        </p:nvSpPr>
        <p:spPr>
          <a:xfrm>
            <a:off x="3243377" y="1586484"/>
            <a:ext cx="83210" cy="83210"/>
          </a:xfrm>
          <a:prstGeom prst="ellipse">
            <a:avLst/>
          </a:prstGeom>
          <a:solidFill>
            <a:srgbClr val="7A7A7A"/>
          </a:solidFill>
          <a:ln w="12700">
            <a:solidFill>
              <a:srgbClr val="7A7A7A"/>
            </a:solidFill>
            <a:prstDash val="solid"/>
          </a:ln>
        </p:spPr>
      </p:sp>
      <p:sp>
        <p:nvSpPr>
          <p:cNvPr id="48" name="Shape 46"/>
          <p:cNvSpPr/>
          <p:nvPr/>
        </p:nvSpPr>
        <p:spPr>
          <a:xfrm>
            <a:off x="3345790" y="1586484"/>
            <a:ext cx="83210" cy="83210"/>
          </a:xfrm>
          <a:prstGeom prst="ellipse">
            <a:avLst/>
          </a:prstGeom>
          <a:solidFill>
            <a:srgbClr val="7A7A7A"/>
          </a:solidFill>
          <a:ln w="12700">
            <a:solidFill>
              <a:srgbClr val="7A7A7A"/>
            </a:solidFill>
            <a:prstDash val="solid"/>
          </a:ln>
        </p:spPr>
      </p:sp>
      <p:sp>
        <p:nvSpPr>
          <p:cNvPr id="49" name="Shape 47"/>
          <p:cNvSpPr/>
          <p:nvPr/>
        </p:nvSpPr>
        <p:spPr>
          <a:xfrm>
            <a:off x="3140964" y="1688897"/>
            <a:ext cx="83210" cy="83210"/>
          </a:xfrm>
          <a:prstGeom prst="ellipse">
            <a:avLst/>
          </a:prstGeom>
          <a:solidFill>
            <a:srgbClr val="F5C400"/>
          </a:solidFill>
          <a:ln w="12700">
            <a:solidFill>
              <a:srgbClr val="F5C400"/>
            </a:solidFill>
            <a:prstDash val="solid"/>
          </a:ln>
        </p:spPr>
      </p:sp>
      <p:sp>
        <p:nvSpPr>
          <p:cNvPr id="50" name="Shape 48"/>
          <p:cNvSpPr/>
          <p:nvPr/>
        </p:nvSpPr>
        <p:spPr>
          <a:xfrm>
            <a:off x="3243377" y="1688897"/>
            <a:ext cx="83210" cy="83210"/>
          </a:xfrm>
          <a:prstGeom prst="ellipse">
            <a:avLst/>
          </a:prstGeom>
          <a:solidFill>
            <a:srgbClr val="F5C400"/>
          </a:solidFill>
          <a:ln w="12700">
            <a:solidFill>
              <a:srgbClr val="F5C400"/>
            </a:solidFill>
            <a:prstDash val="solid"/>
          </a:ln>
        </p:spPr>
      </p:sp>
      <p:sp>
        <p:nvSpPr>
          <p:cNvPr id="51" name="Shape 49"/>
          <p:cNvSpPr/>
          <p:nvPr/>
        </p:nvSpPr>
        <p:spPr>
          <a:xfrm>
            <a:off x="3345790" y="1688897"/>
            <a:ext cx="83210" cy="83210"/>
          </a:xfrm>
          <a:prstGeom prst="ellipse">
            <a:avLst/>
          </a:prstGeom>
          <a:solidFill>
            <a:srgbClr val="8B0000"/>
          </a:solidFill>
          <a:ln w="12700">
            <a:solidFill>
              <a:srgbClr val="8B0000"/>
            </a:solidFill>
            <a:prstDash val="solid"/>
          </a:ln>
        </p:spPr>
      </p:sp>
      <p:sp>
        <p:nvSpPr>
          <p:cNvPr id="52" name="Shape 50"/>
          <p:cNvSpPr/>
          <p:nvPr/>
        </p:nvSpPr>
        <p:spPr>
          <a:xfrm>
            <a:off x="3140964" y="1791310"/>
            <a:ext cx="83210" cy="83210"/>
          </a:xfrm>
          <a:prstGeom prst="ellipse">
            <a:avLst/>
          </a:prstGeom>
          <a:solidFill>
            <a:srgbClr val="2FB94A"/>
          </a:solidFill>
          <a:ln w="12700">
            <a:solidFill>
              <a:srgbClr val="2FB94A"/>
            </a:solidFill>
            <a:prstDash val="solid"/>
          </a:ln>
        </p:spPr>
      </p:sp>
      <p:sp>
        <p:nvSpPr>
          <p:cNvPr id="53" name="Shape 51"/>
          <p:cNvSpPr/>
          <p:nvPr/>
        </p:nvSpPr>
        <p:spPr>
          <a:xfrm>
            <a:off x="3243377" y="1791310"/>
            <a:ext cx="83210" cy="83210"/>
          </a:xfrm>
          <a:prstGeom prst="ellipse">
            <a:avLst/>
          </a:prstGeom>
          <a:solidFill>
            <a:srgbClr val="C9A07A"/>
          </a:solidFill>
          <a:ln w="12700">
            <a:solidFill>
              <a:srgbClr val="C9A07A"/>
            </a:solidFill>
            <a:prstDash val="solid"/>
          </a:ln>
        </p:spPr>
      </p:sp>
      <p:sp>
        <p:nvSpPr>
          <p:cNvPr id="54" name="Shape 52"/>
          <p:cNvSpPr/>
          <p:nvPr/>
        </p:nvSpPr>
        <p:spPr>
          <a:xfrm>
            <a:off x="3345790" y="1791310"/>
            <a:ext cx="83210" cy="83210"/>
          </a:xfrm>
          <a:prstGeom prst="ellipse">
            <a:avLst/>
          </a:prstGeom>
          <a:solidFill>
            <a:srgbClr val="C9A07A"/>
          </a:solidFill>
          <a:ln w="12700">
            <a:solidFill>
              <a:srgbClr val="C9A07A"/>
            </a:solidFill>
            <a:prstDash val="solid"/>
          </a:ln>
        </p:spPr>
      </p:sp>
      <p:sp>
        <p:nvSpPr>
          <p:cNvPr id="55" name="Shape 53"/>
          <p:cNvSpPr/>
          <p:nvPr/>
        </p:nvSpPr>
        <p:spPr>
          <a:xfrm>
            <a:off x="3092958" y="2514600"/>
            <a:ext cx="384048" cy="86411"/>
          </a:xfrm>
          <a:prstGeom prst="rect">
            <a:avLst/>
          </a:prstGeom>
          <a:solidFill>
            <a:srgbClr val="8E7A9E"/>
          </a:solidFill>
          <a:ln w="12700">
            <a:solidFill>
              <a:srgbClr val="8E7A9E"/>
            </a:solidFill>
            <a:prstDash val="solid"/>
          </a:ln>
        </p:spPr>
      </p:sp>
      <p:sp>
        <p:nvSpPr>
          <p:cNvPr id="56" name="Shape 54"/>
          <p:cNvSpPr/>
          <p:nvPr/>
        </p:nvSpPr>
        <p:spPr>
          <a:xfrm>
            <a:off x="3480206" y="2521001"/>
            <a:ext cx="12802" cy="73609"/>
          </a:xfrm>
          <a:prstGeom prst="rect">
            <a:avLst/>
          </a:prstGeom>
          <a:solidFill>
            <a:srgbClr val="2FB94A"/>
          </a:solidFill>
          <a:ln w="12700">
            <a:solidFill>
              <a:srgbClr val="2FB94A"/>
            </a:solidFill>
            <a:prstDash val="solid"/>
          </a:ln>
        </p:spPr>
      </p:sp>
      <p:sp>
        <p:nvSpPr>
          <p:cNvPr id="57" name="Shape 55"/>
          <p:cNvSpPr/>
          <p:nvPr/>
        </p:nvSpPr>
        <p:spPr>
          <a:xfrm>
            <a:off x="3092958" y="2613812"/>
            <a:ext cx="384048" cy="86411"/>
          </a:xfrm>
          <a:prstGeom prst="rect">
            <a:avLst/>
          </a:prstGeom>
          <a:solidFill>
            <a:srgbClr val="C9A7E6"/>
          </a:solidFill>
          <a:ln w="12700">
            <a:solidFill>
              <a:srgbClr val="C9A7E6"/>
            </a:solidFill>
            <a:prstDash val="solid"/>
          </a:ln>
        </p:spPr>
      </p:sp>
      <p:sp>
        <p:nvSpPr>
          <p:cNvPr id="58" name="Shape 56"/>
          <p:cNvSpPr/>
          <p:nvPr/>
        </p:nvSpPr>
        <p:spPr>
          <a:xfrm>
            <a:off x="3480206" y="2620213"/>
            <a:ext cx="12802" cy="73609"/>
          </a:xfrm>
          <a:prstGeom prst="rect">
            <a:avLst/>
          </a:prstGeom>
          <a:solidFill>
            <a:srgbClr val="2FB94A"/>
          </a:solidFill>
          <a:ln w="12700">
            <a:solidFill>
              <a:srgbClr val="2FB94A"/>
            </a:solidFill>
            <a:prstDash val="solid"/>
          </a:ln>
        </p:spPr>
      </p:sp>
      <p:sp>
        <p:nvSpPr>
          <p:cNvPr id="59" name="Shape 57"/>
          <p:cNvSpPr/>
          <p:nvPr/>
        </p:nvSpPr>
        <p:spPr>
          <a:xfrm>
            <a:off x="2968142" y="2725826"/>
            <a:ext cx="633679" cy="40005"/>
          </a:xfrm>
          <a:prstGeom prst="rect">
            <a:avLst/>
          </a:prstGeom>
          <a:solidFill>
            <a:srgbClr val="E68FE0"/>
          </a:solidFill>
          <a:ln w="12700">
            <a:solidFill>
              <a:srgbClr val="E68FE0"/>
            </a:solidFill>
            <a:prstDash val="solid"/>
          </a:ln>
        </p:spPr>
      </p:sp>
      <p:sp>
        <p:nvSpPr>
          <p:cNvPr id="60" name="Shape 58"/>
          <p:cNvSpPr/>
          <p:nvPr/>
        </p:nvSpPr>
        <p:spPr>
          <a:xfrm>
            <a:off x="2968142" y="2775433"/>
            <a:ext cx="633679" cy="40005"/>
          </a:xfrm>
          <a:prstGeom prst="rect">
            <a:avLst/>
          </a:prstGeom>
          <a:solidFill>
            <a:srgbClr val="FFA500"/>
          </a:solidFill>
          <a:ln w="12700">
            <a:solidFill>
              <a:srgbClr val="FFA500"/>
            </a:solidFill>
            <a:prstDash val="solid"/>
          </a:ln>
        </p:spPr>
      </p:sp>
      <p:sp>
        <p:nvSpPr>
          <p:cNvPr id="61" name="Shape 59"/>
          <p:cNvSpPr/>
          <p:nvPr/>
        </p:nvSpPr>
        <p:spPr>
          <a:xfrm>
            <a:off x="2968142" y="2825039"/>
            <a:ext cx="633679" cy="40005"/>
          </a:xfrm>
          <a:prstGeom prst="rect">
            <a:avLst/>
          </a:prstGeom>
          <a:solidFill>
            <a:srgbClr val="90EE90"/>
          </a:solidFill>
          <a:ln w="12700">
            <a:solidFill>
              <a:srgbClr val="90EE90"/>
            </a:solidFill>
            <a:prstDash val="solid"/>
          </a:ln>
        </p:spPr>
      </p:sp>
      <p:sp>
        <p:nvSpPr>
          <p:cNvPr id="62" name="Shape 60"/>
          <p:cNvSpPr/>
          <p:nvPr/>
        </p:nvSpPr>
        <p:spPr>
          <a:xfrm>
            <a:off x="2968142" y="2874645"/>
            <a:ext cx="633679" cy="40005"/>
          </a:xfrm>
          <a:prstGeom prst="rect">
            <a:avLst/>
          </a:prstGeom>
          <a:solidFill>
            <a:srgbClr val="FF6B6B"/>
          </a:solidFill>
          <a:ln w="12700">
            <a:solidFill>
              <a:srgbClr val="FF6B6B"/>
            </a:solidFill>
            <a:prstDash val="solid"/>
          </a:ln>
        </p:spPr>
      </p:sp>
      <p:sp>
        <p:nvSpPr>
          <p:cNvPr id="63" name="Shape 61"/>
          <p:cNvSpPr/>
          <p:nvPr/>
        </p:nvSpPr>
        <p:spPr>
          <a:xfrm>
            <a:off x="2968142" y="2924251"/>
            <a:ext cx="633679" cy="40005"/>
          </a:xfrm>
          <a:prstGeom prst="rect">
            <a:avLst/>
          </a:prstGeom>
          <a:solidFill>
            <a:srgbClr val="7FB2E5"/>
          </a:solidFill>
          <a:ln w="12700">
            <a:solidFill>
              <a:srgbClr val="7FB2E5"/>
            </a:solidFill>
            <a:prstDash val="solid"/>
          </a:ln>
        </p:spPr>
      </p:sp>
      <p:sp>
        <p:nvSpPr>
          <p:cNvPr id="64" name="Shape 62"/>
          <p:cNvSpPr/>
          <p:nvPr/>
        </p:nvSpPr>
        <p:spPr>
          <a:xfrm>
            <a:off x="2968142" y="2973857"/>
            <a:ext cx="633679" cy="40005"/>
          </a:xfrm>
          <a:prstGeom prst="rect">
            <a:avLst/>
          </a:prstGeom>
          <a:solidFill>
            <a:srgbClr val="B0B0B0"/>
          </a:solidFill>
          <a:ln w="12700">
            <a:solidFill>
              <a:srgbClr val="B0B0B0"/>
            </a:solidFill>
            <a:prstDash val="solid"/>
          </a:ln>
        </p:spPr>
      </p:sp>
      <p:sp>
        <p:nvSpPr>
          <p:cNvPr id="65" name="Shape 63"/>
          <p:cNvSpPr/>
          <p:nvPr/>
        </p:nvSpPr>
        <p:spPr>
          <a:xfrm>
            <a:off x="3640226" y="1580083"/>
            <a:ext cx="409651" cy="128016"/>
          </a:xfrm>
          <a:prstGeom prst="rect">
            <a:avLst/>
          </a:prstGeom>
          <a:solidFill>
            <a:srgbClr val="F4F4F4"/>
          </a:solidFill>
          <a:ln w="12700">
            <a:solidFill>
              <a:srgbClr val="000000"/>
            </a:solidFill>
            <a:prstDash val="solid"/>
          </a:ln>
        </p:spPr>
      </p:sp>
      <p:sp>
        <p:nvSpPr>
          <p:cNvPr id="66" name="Text 64"/>
          <p:cNvSpPr txBox="1"/>
          <p:nvPr/>
        </p:nvSpPr>
        <p:spPr>
          <a:xfrm>
            <a:off x="3640226" y="1580083"/>
            <a:ext cx="409651" cy="128016"/>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a:t>
            </a:r>
            <a:endParaRPr lang="en-US" sz="600" dirty="0"/>
          </a:p>
        </p:txBody>
      </p:sp>
      <p:sp>
        <p:nvSpPr>
          <p:cNvPr id="67" name="Shape 65"/>
          <p:cNvSpPr/>
          <p:nvPr/>
        </p:nvSpPr>
        <p:spPr>
          <a:xfrm>
            <a:off x="3640226" y="1746504"/>
            <a:ext cx="409651" cy="64008"/>
          </a:xfrm>
          <a:prstGeom prst="rect">
            <a:avLst/>
          </a:prstGeom>
          <a:solidFill>
            <a:srgbClr val="B9B4AE"/>
          </a:solidFill>
          <a:ln w="12700">
            <a:solidFill>
              <a:srgbClr val="B9B4AE"/>
            </a:solidFill>
            <a:prstDash val="solid"/>
          </a:ln>
        </p:spPr>
      </p:sp>
      <p:sp>
        <p:nvSpPr>
          <p:cNvPr id="68" name="Text 66"/>
          <p:cNvSpPr txBox="1"/>
          <p:nvPr/>
        </p:nvSpPr>
        <p:spPr>
          <a:xfrm>
            <a:off x="3659429" y="1746504"/>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69" name="Text 67"/>
          <p:cNvSpPr txBox="1"/>
          <p:nvPr/>
        </p:nvSpPr>
        <p:spPr>
          <a:xfrm>
            <a:off x="3659429" y="1823314"/>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70" name="Text 68"/>
          <p:cNvSpPr txBox="1"/>
          <p:nvPr/>
        </p:nvSpPr>
        <p:spPr>
          <a:xfrm>
            <a:off x="3659429" y="1900123"/>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71" name="Shape 69"/>
          <p:cNvSpPr/>
          <p:nvPr/>
        </p:nvSpPr>
        <p:spPr>
          <a:xfrm>
            <a:off x="3640226" y="1976933"/>
            <a:ext cx="409651" cy="64008"/>
          </a:xfrm>
          <a:prstGeom prst="rect">
            <a:avLst/>
          </a:prstGeom>
          <a:solidFill>
            <a:srgbClr val="B9B4AE"/>
          </a:solidFill>
          <a:ln w="12700">
            <a:solidFill>
              <a:srgbClr val="B9B4AE"/>
            </a:solidFill>
            <a:prstDash val="solid"/>
          </a:ln>
        </p:spPr>
      </p:sp>
      <p:sp>
        <p:nvSpPr>
          <p:cNvPr id="72" name="Text 70"/>
          <p:cNvSpPr txBox="1"/>
          <p:nvPr/>
        </p:nvSpPr>
        <p:spPr>
          <a:xfrm>
            <a:off x="3659429" y="1976933"/>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2</a:t>
            </a:r>
            <a:endParaRPr lang="en-US" sz="500" dirty="0"/>
          </a:p>
        </p:txBody>
      </p:sp>
      <p:sp>
        <p:nvSpPr>
          <p:cNvPr id="73" name="Shape 71"/>
          <p:cNvSpPr/>
          <p:nvPr/>
        </p:nvSpPr>
        <p:spPr>
          <a:xfrm>
            <a:off x="3966667" y="2924251"/>
            <a:ext cx="76810" cy="76810"/>
          </a:xfrm>
          <a:prstGeom prst="ellipse">
            <a:avLst/>
          </a:prstGeom>
          <a:solidFill>
            <a:srgbClr val="A34D92"/>
          </a:solidFill>
          <a:ln w="12700">
            <a:solidFill>
              <a:srgbClr val="A34D92"/>
            </a:solidFill>
            <a:prstDash val="solid"/>
          </a:ln>
        </p:spPr>
      </p:sp>
      <p:sp>
        <p:nvSpPr>
          <p:cNvPr id="74" name="Shape 72"/>
          <p:cNvSpPr/>
          <p:nvPr/>
        </p:nvSpPr>
        <p:spPr>
          <a:xfrm>
            <a:off x="3992270" y="2949854"/>
            <a:ext cx="25603" cy="25603"/>
          </a:xfrm>
          <a:prstGeom prst="ellipse">
            <a:avLst/>
          </a:prstGeom>
          <a:solidFill>
            <a:srgbClr val="FFFFFF"/>
          </a:solidFill>
          <a:ln w="12700">
            <a:solidFill>
              <a:srgbClr val="FFFFFF"/>
            </a:solidFill>
            <a:prstDash val="solid"/>
          </a:ln>
        </p:spPr>
      </p:sp>
      <p:sp>
        <p:nvSpPr>
          <p:cNvPr id="75" name="Text 73"/>
          <p:cNvSpPr txBox="1"/>
          <p:nvPr/>
        </p:nvSpPr>
        <p:spPr>
          <a:xfrm>
            <a:off x="548640" y="3081528"/>
            <a:ext cx="35204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canvas 750 · panel 350</a:t>
            </a:r>
            <a:endParaRPr lang="en-US" sz="950" dirty="0"/>
          </a:p>
        </p:txBody>
      </p:sp>
      <p:sp>
        <p:nvSpPr>
          <p:cNvPr id="76" name="Text 74"/>
          <p:cNvSpPr txBox="1"/>
          <p:nvPr/>
        </p:nvSpPr>
        <p:spPr>
          <a:xfrm>
            <a:off x="548640" y="3392424"/>
            <a:ext cx="3520440" cy="91440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Default. Layout as today. Pin faint, upright.</a:t>
            </a:r>
            <a:endParaRPr lang="en-US" sz="1250" dirty="0"/>
          </a:p>
        </p:txBody>
      </p:sp>
      <p:sp>
        <p:nvSpPr>
          <p:cNvPr id="77" name="Text 75"/>
          <p:cNvSpPr txBox="1"/>
          <p:nvPr/>
        </p:nvSpPr>
        <p:spPr>
          <a:xfrm>
            <a:off x="4398264" y="1143000"/>
            <a:ext cx="3520440" cy="365760"/>
          </a:xfrm>
          <a:prstGeom prst="rect">
            <a:avLst/>
          </a:prstGeom>
          <a:noFill/>
          <a:ln/>
        </p:spPr>
        <p:txBody>
          <a:bodyPr wrap="square" lIns="0" tIns="0" rIns="0" bIns="0" rtlCol="0" anchor="ctr"/>
          <a:lstStyle/>
          <a:p>
            <a:pPr indent="0" marL="0">
              <a:buNone/>
            </a:pPr>
            <a:r>
              <a:rPr lang="en-US" sz="1800" b="1" dirty="0">
                <a:solidFill>
                  <a:srgbClr val="1E1E1C"/>
                </a:solidFill>
                <a:latin typeface="Calibri" pitchFamily="34" charset="0"/>
                <a:ea typeface="Calibri" pitchFamily="34" charset="-122"/>
                <a:cs typeface="Calibri" pitchFamily="34" charset="-120"/>
              </a:rPr>
              <a:t>Auto-hide</a:t>
            </a:r>
            <a:endParaRPr lang="en-US" sz="1800" dirty="0"/>
          </a:p>
        </p:txBody>
      </p:sp>
      <p:sp>
        <p:nvSpPr>
          <p:cNvPr id="78" name="Shape 76"/>
          <p:cNvSpPr/>
          <p:nvPr/>
        </p:nvSpPr>
        <p:spPr>
          <a:xfrm>
            <a:off x="4398264" y="1554480"/>
            <a:ext cx="3520440" cy="1472184"/>
          </a:xfrm>
          <a:prstGeom prst="rect">
            <a:avLst/>
          </a:prstGeom>
          <a:solidFill>
            <a:srgbClr val="EBEBEB"/>
          </a:solidFill>
          <a:ln w="9525">
            <a:solidFill>
              <a:srgbClr val="B9B6B0"/>
            </a:solidFill>
            <a:prstDash val="solid"/>
          </a:ln>
        </p:spPr>
      </p:sp>
      <p:sp>
        <p:nvSpPr>
          <p:cNvPr id="79" name="Shape 77"/>
          <p:cNvSpPr/>
          <p:nvPr/>
        </p:nvSpPr>
        <p:spPr>
          <a:xfrm>
            <a:off x="4423867" y="1573682"/>
            <a:ext cx="164363" cy="76810"/>
          </a:xfrm>
          <a:prstGeom prst="rect">
            <a:avLst/>
          </a:prstGeom>
          <a:solidFill>
            <a:srgbClr val="D3D3D3"/>
          </a:solidFill>
          <a:ln w="12700">
            <a:solidFill>
              <a:srgbClr val="D3D3D3"/>
            </a:solidFill>
            <a:prstDash val="solid"/>
          </a:ln>
        </p:spPr>
      </p:sp>
      <p:sp>
        <p:nvSpPr>
          <p:cNvPr id="80" name="Shape 78"/>
          <p:cNvSpPr/>
          <p:nvPr/>
        </p:nvSpPr>
        <p:spPr>
          <a:xfrm>
            <a:off x="4604233" y="1573682"/>
            <a:ext cx="164363" cy="76810"/>
          </a:xfrm>
          <a:prstGeom prst="rect">
            <a:avLst/>
          </a:prstGeom>
          <a:solidFill>
            <a:srgbClr val="1B9E9E"/>
          </a:solidFill>
          <a:ln w="12700">
            <a:solidFill>
              <a:srgbClr val="1B9E9E"/>
            </a:solidFill>
            <a:prstDash val="solid"/>
          </a:ln>
        </p:spPr>
      </p:sp>
      <p:sp>
        <p:nvSpPr>
          <p:cNvPr id="81" name="Shape 79"/>
          <p:cNvSpPr/>
          <p:nvPr/>
        </p:nvSpPr>
        <p:spPr>
          <a:xfrm>
            <a:off x="4784598" y="1573682"/>
            <a:ext cx="164363" cy="76810"/>
          </a:xfrm>
          <a:prstGeom prst="rect">
            <a:avLst/>
          </a:prstGeom>
          <a:solidFill>
            <a:srgbClr val="F5C400"/>
          </a:solidFill>
          <a:ln w="12700">
            <a:solidFill>
              <a:srgbClr val="F5C400"/>
            </a:solidFill>
            <a:prstDash val="solid"/>
          </a:ln>
        </p:spPr>
      </p:sp>
      <p:sp>
        <p:nvSpPr>
          <p:cNvPr id="82" name="Shape 80"/>
          <p:cNvSpPr/>
          <p:nvPr/>
        </p:nvSpPr>
        <p:spPr>
          <a:xfrm>
            <a:off x="4964963" y="1573682"/>
            <a:ext cx="164363" cy="76810"/>
          </a:xfrm>
          <a:prstGeom prst="rect">
            <a:avLst/>
          </a:prstGeom>
          <a:solidFill>
            <a:srgbClr val="7B4A9E"/>
          </a:solidFill>
          <a:ln w="12700">
            <a:solidFill>
              <a:srgbClr val="7B4A9E"/>
            </a:solidFill>
            <a:prstDash val="solid"/>
          </a:ln>
        </p:spPr>
      </p:sp>
      <p:sp>
        <p:nvSpPr>
          <p:cNvPr id="83" name="Shape 81"/>
          <p:cNvSpPr/>
          <p:nvPr/>
        </p:nvSpPr>
        <p:spPr>
          <a:xfrm>
            <a:off x="5145329" y="1573682"/>
            <a:ext cx="164363" cy="76810"/>
          </a:xfrm>
          <a:prstGeom prst="rect">
            <a:avLst/>
          </a:prstGeom>
          <a:solidFill>
            <a:srgbClr val="E0640E"/>
          </a:solidFill>
          <a:ln w="12700">
            <a:solidFill>
              <a:srgbClr val="E0640E"/>
            </a:solidFill>
            <a:prstDash val="solid"/>
          </a:ln>
        </p:spPr>
      </p:sp>
      <p:sp>
        <p:nvSpPr>
          <p:cNvPr id="84" name="Shape 82"/>
          <p:cNvSpPr/>
          <p:nvPr/>
        </p:nvSpPr>
        <p:spPr>
          <a:xfrm>
            <a:off x="5325694" y="1573682"/>
            <a:ext cx="164363" cy="76810"/>
          </a:xfrm>
          <a:prstGeom prst="rect">
            <a:avLst/>
          </a:prstGeom>
          <a:solidFill>
            <a:srgbClr val="3A8CD8"/>
          </a:solidFill>
          <a:ln w="12700">
            <a:solidFill>
              <a:srgbClr val="3A8CD8"/>
            </a:solidFill>
            <a:prstDash val="solid"/>
          </a:ln>
        </p:spPr>
      </p:sp>
      <p:sp>
        <p:nvSpPr>
          <p:cNvPr id="85" name="Shape 83"/>
          <p:cNvSpPr/>
          <p:nvPr/>
        </p:nvSpPr>
        <p:spPr>
          <a:xfrm>
            <a:off x="5506060" y="1573682"/>
            <a:ext cx="164363" cy="76810"/>
          </a:xfrm>
          <a:prstGeom prst="rect">
            <a:avLst/>
          </a:prstGeom>
          <a:solidFill>
            <a:srgbClr val="E84A46"/>
          </a:solidFill>
          <a:ln w="12700">
            <a:solidFill>
              <a:srgbClr val="E84A46"/>
            </a:solidFill>
            <a:prstDash val="solid"/>
          </a:ln>
        </p:spPr>
      </p:sp>
      <p:sp>
        <p:nvSpPr>
          <p:cNvPr id="86" name="Shape 84"/>
          <p:cNvSpPr/>
          <p:nvPr/>
        </p:nvSpPr>
        <p:spPr>
          <a:xfrm>
            <a:off x="5686425" y="1573682"/>
            <a:ext cx="164363" cy="76810"/>
          </a:xfrm>
          <a:prstGeom prst="rect">
            <a:avLst/>
          </a:prstGeom>
          <a:solidFill>
            <a:srgbClr val="C7A7E8"/>
          </a:solidFill>
          <a:ln w="12700">
            <a:solidFill>
              <a:srgbClr val="C7A7E8"/>
            </a:solidFill>
            <a:prstDash val="solid"/>
          </a:ln>
        </p:spPr>
      </p:sp>
      <p:sp>
        <p:nvSpPr>
          <p:cNvPr id="87" name="Shape 85"/>
          <p:cNvSpPr/>
          <p:nvPr/>
        </p:nvSpPr>
        <p:spPr>
          <a:xfrm>
            <a:off x="5866790" y="1573682"/>
            <a:ext cx="164363" cy="76810"/>
          </a:xfrm>
          <a:prstGeom prst="rect">
            <a:avLst/>
          </a:prstGeom>
          <a:solidFill>
            <a:srgbClr val="F27EAE"/>
          </a:solidFill>
          <a:ln w="12700">
            <a:solidFill>
              <a:srgbClr val="F27EAE"/>
            </a:solidFill>
            <a:prstDash val="solid"/>
          </a:ln>
        </p:spPr>
      </p:sp>
      <p:sp>
        <p:nvSpPr>
          <p:cNvPr id="88" name="Shape 86"/>
          <p:cNvSpPr/>
          <p:nvPr/>
        </p:nvSpPr>
        <p:spPr>
          <a:xfrm>
            <a:off x="6047156" y="1573682"/>
            <a:ext cx="164363" cy="76810"/>
          </a:xfrm>
          <a:prstGeom prst="rect">
            <a:avLst/>
          </a:prstGeom>
          <a:solidFill>
            <a:srgbClr val="B58B7A"/>
          </a:solidFill>
          <a:ln w="12700">
            <a:solidFill>
              <a:srgbClr val="B58B7A"/>
            </a:solidFill>
            <a:prstDash val="solid"/>
          </a:ln>
        </p:spPr>
      </p:sp>
      <p:sp>
        <p:nvSpPr>
          <p:cNvPr id="89" name="Shape 87"/>
          <p:cNvSpPr/>
          <p:nvPr/>
        </p:nvSpPr>
        <p:spPr>
          <a:xfrm>
            <a:off x="6227521" y="1573682"/>
            <a:ext cx="164363" cy="76810"/>
          </a:xfrm>
          <a:prstGeom prst="rect">
            <a:avLst/>
          </a:prstGeom>
          <a:solidFill>
            <a:srgbClr val="A0475F"/>
          </a:solidFill>
          <a:ln w="12700">
            <a:solidFill>
              <a:srgbClr val="A0475F"/>
            </a:solidFill>
            <a:prstDash val="solid"/>
          </a:ln>
        </p:spPr>
      </p:sp>
      <p:sp>
        <p:nvSpPr>
          <p:cNvPr id="90" name="Shape 88"/>
          <p:cNvSpPr/>
          <p:nvPr/>
        </p:nvSpPr>
        <p:spPr>
          <a:xfrm>
            <a:off x="6407887" y="1573682"/>
            <a:ext cx="164363" cy="76810"/>
          </a:xfrm>
          <a:prstGeom prst="rect">
            <a:avLst/>
          </a:prstGeom>
          <a:solidFill>
            <a:srgbClr val="4BB543"/>
          </a:solidFill>
          <a:ln w="12700">
            <a:solidFill>
              <a:srgbClr val="4BB543"/>
            </a:solidFill>
            <a:prstDash val="solid"/>
          </a:ln>
        </p:spPr>
      </p:sp>
      <p:sp>
        <p:nvSpPr>
          <p:cNvPr id="91" name="Shape 89"/>
          <p:cNvSpPr/>
          <p:nvPr/>
        </p:nvSpPr>
        <p:spPr>
          <a:xfrm>
            <a:off x="6588252" y="1573682"/>
            <a:ext cx="164363" cy="76810"/>
          </a:xfrm>
          <a:prstGeom prst="rect">
            <a:avLst/>
          </a:prstGeom>
          <a:solidFill>
            <a:srgbClr val="B8BABB"/>
          </a:solidFill>
          <a:ln w="12700">
            <a:solidFill>
              <a:srgbClr val="B8BABB"/>
            </a:solidFill>
            <a:prstDash val="solid"/>
          </a:ln>
        </p:spPr>
      </p:sp>
      <p:sp>
        <p:nvSpPr>
          <p:cNvPr id="92" name="Shape 90"/>
          <p:cNvSpPr/>
          <p:nvPr/>
        </p:nvSpPr>
        <p:spPr>
          <a:xfrm>
            <a:off x="6768617" y="1573682"/>
            <a:ext cx="164363" cy="76810"/>
          </a:xfrm>
          <a:prstGeom prst="rect">
            <a:avLst/>
          </a:prstGeom>
          <a:solidFill>
            <a:srgbClr val="A34D92"/>
          </a:solidFill>
          <a:ln w="12700">
            <a:solidFill>
              <a:srgbClr val="A34D92"/>
            </a:solidFill>
            <a:prstDash val="solid"/>
          </a:ln>
        </p:spPr>
      </p:sp>
      <p:sp>
        <p:nvSpPr>
          <p:cNvPr id="93" name="Shape 91"/>
          <p:cNvSpPr/>
          <p:nvPr/>
        </p:nvSpPr>
        <p:spPr>
          <a:xfrm>
            <a:off x="6977786" y="1573682"/>
            <a:ext cx="160020" cy="76810"/>
          </a:xfrm>
          <a:prstGeom prst="rect">
            <a:avLst/>
          </a:prstGeom>
          <a:solidFill>
            <a:srgbClr val="F5C400"/>
          </a:solidFill>
          <a:ln w="12700">
            <a:solidFill>
              <a:srgbClr val="F5C400"/>
            </a:solidFill>
            <a:prstDash val="solid"/>
          </a:ln>
        </p:spPr>
      </p:sp>
      <p:sp>
        <p:nvSpPr>
          <p:cNvPr id="94" name="Shape 92"/>
          <p:cNvSpPr/>
          <p:nvPr/>
        </p:nvSpPr>
        <p:spPr>
          <a:xfrm>
            <a:off x="7150608" y="1573682"/>
            <a:ext cx="76810" cy="76810"/>
          </a:xfrm>
          <a:prstGeom prst="rect">
            <a:avLst/>
          </a:prstGeom>
          <a:solidFill>
            <a:srgbClr val="D0D0D0"/>
          </a:solidFill>
          <a:ln w="12700">
            <a:solidFill>
              <a:srgbClr val="D0D0D0"/>
            </a:solidFill>
            <a:prstDash val="solid"/>
          </a:ln>
        </p:spPr>
      </p:sp>
      <p:sp>
        <p:nvSpPr>
          <p:cNvPr id="95" name="Shape 93"/>
          <p:cNvSpPr/>
          <p:nvPr/>
        </p:nvSpPr>
        <p:spPr>
          <a:xfrm>
            <a:off x="4487875" y="1669694"/>
            <a:ext cx="3200" cy="1356970"/>
          </a:xfrm>
          <a:prstGeom prst="rect">
            <a:avLst/>
          </a:prstGeom>
          <a:solidFill>
            <a:srgbClr val="DADADA"/>
          </a:solidFill>
          <a:ln w="12700">
            <a:solidFill>
              <a:srgbClr val="DADADA"/>
            </a:solidFill>
            <a:prstDash val="solid"/>
          </a:ln>
        </p:spPr>
      </p:sp>
      <p:sp>
        <p:nvSpPr>
          <p:cNvPr id="96" name="Shape 94"/>
          <p:cNvSpPr/>
          <p:nvPr/>
        </p:nvSpPr>
        <p:spPr>
          <a:xfrm>
            <a:off x="4667098" y="1669694"/>
            <a:ext cx="3200" cy="1356970"/>
          </a:xfrm>
          <a:prstGeom prst="rect">
            <a:avLst/>
          </a:prstGeom>
          <a:solidFill>
            <a:srgbClr val="DADADA"/>
          </a:solidFill>
          <a:ln w="12700">
            <a:solidFill>
              <a:srgbClr val="DADADA"/>
            </a:solidFill>
            <a:prstDash val="solid"/>
          </a:ln>
        </p:spPr>
      </p:sp>
      <p:sp>
        <p:nvSpPr>
          <p:cNvPr id="97" name="Shape 95"/>
          <p:cNvSpPr/>
          <p:nvPr/>
        </p:nvSpPr>
        <p:spPr>
          <a:xfrm>
            <a:off x="4846320" y="1669694"/>
            <a:ext cx="3200" cy="1356970"/>
          </a:xfrm>
          <a:prstGeom prst="rect">
            <a:avLst/>
          </a:prstGeom>
          <a:solidFill>
            <a:srgbClr val="DADADA"/>
          </a:solidFill>
          <a:ln w="12700">
            <a:solidFill>
              <a:srgbClr val="DADADA"/>
            </a:solidFill>
            <a:prstDash val="solid"/>
          </a:ln>
        </p:spPr>
      </p:sp>
      <p:sp>
        <p:nvSpPr>
          <p:cNvPr id="98" name="Shape 96"/>
          <p:cNvSpPr/>
          <p:nvPr/>
        </p:nvSpPr>
        <p:spPr>
          <a:xfrm>
            <a:off x="5025542" y="1669694"/>
            <a:ext cx="3200" cy="1356970"/>
          </a:xfrm>
          <a:prstGeom prst="rect">
            <a:avLst/>
          </a:prstGeom>
          <a:solidFill>
            <a:srgbClr val="DADADA"/>
          </a:solidFill>
          <a:ln w="12700">
            <a:solidFill>
              <a:srgbClr val="DADADA"/>
            </a:solidFill>
            <a:prstDash val="solid"/>
          </a:ln>
        </p:spPr>
      </p:sp>
      <p:sp>
        <p:nvSpPr>
          <p:cNvPr id="99" name="Shape 97"/>
          <p:cNvSpPr/>
          <p:nvPr/>
        </p:nvSpPr>
        <p:spPr>
          <a:xfrm>
            <a:off x="5204765" y="1669694"/>
            <a:ext cx="3200" cy="1356970"/>
          </a:xfrm>
          <a:prstGeom prst="rect">
            <a:avLst/>
          </a:prstGeom>
          <a:solidFill>
            <a:srgbClr val="DADADA"/>
          </a:solidFill>
          <a:ln w="12700">
            <a:solidFill>
              <a:srgbClr val="DADADA"/>
            </a:solidFill>
            <a:prstDash val="solid"/>
          </a:ln>
        </p:spPr>
      </p:sp>
      <p:sp>
        <p:nvSpPr>
          <p:cNvPr id="100" name="Shape 98"/>
          <p:cNvSpPr/>
          <p:nvPr/>
        </p:nvSpPr>
        <p:spPr>
          <a:xfrm>
            <a:off x="5383987" y="1669694"/>
            <a:ext cx="3200" cy="1356970"/>
          </a:xfrm>
          <a:prstGeom prst="rect">
            <a:avLst/>
          </a:prstGeom>
          <a:solidFill>
            <a:srgbClr val="DADADA"/>
          </a:solidFill>
          <a:ln w="12700">
            <a:solidFill>
              <a:srgbClr val="DADADA"/>
            </a:solidFill>
            <a:prstDash val="solid"/>
          </a:ln>
        </p:spPr>
      </p:sp>
      <p:sp>
        <p:nvSpPr>
          <p:cNvPr id="101" name="Shape 99"/>
          <p:cNvSpPr/>
          <p:nvPr/>
        </p:nvSpPr>
        <p:spPr>
          <a:xfrm>
            <a:off x="5563210" y="1669694"/>
            <a:ext cx="3200" cy="1356970"/>
          </a:xfrm>
          <a:prstGeom prst="rect">
            <a:avLst/>
          </a:prstGeom>
          <a:solidFill>
            <a:srgbClr val="DADADA"/>
          </a:solidFill>
          <a:ln w="12700">
            <a:solidFill>
              <a:srgbClr val="DADADA"/>
            </a:solidFill>
            <a:prstDash val="solid"/>
          </a:ln>
        </p:spPr>
      </p:sp>
      <p:sp>
        <p:nvSpPr>
          <p:cNvPr id="102" name="Shape 100"/>
          <p:cNvSpPr/>
          <p:nvPr/>
        </p:nvSpPr>
        <p:spPr>
          <a:xfrm>
            <a:off x="5742432" y="1669694"/>
            <a:ext cx="3200" cy="1356970"/>
          </a:xfrm>
          <a:prstGeom prst="rect">
            <a:avLst/>
          </a:prstGeom>
          <a:solidFill>
            <a:srgbClr val="DADADA"/>
          </a:solidFill>
          <a:ln w="12700">
            <a:solidFill>
              <a:srgbClr val="DADADA"/>
            </a:solidFill>
            <a:prstDash val="solid"/>
          </a:ln>
        </p:spPr>
      </p:sp>
      <p:sp>
        <p:nvSpPr>
          <p:cNvPr id="103" name="Shape 101"/>
          <p:cNvSpPr/>
          <p:nvPr/>
        </p:nvSpPr>
        <p:spPr>
          <a:xfrm>
            <a:off x="5921654" y="1669694"/>
            <a:ext cx="3200" cy="1356970"/>
          </a:xfrm>
          <a:prstGeom prst="rect">
            <a:avLst/>
          </a:prstGeom>
          <a:solidFill>
            <a:srgbClr val="DADADA"/>
          </a:solidFill>
          <a:ln w="12700">
            <a:solidFill>
              <a:srgbClr val="DADADA"/>
            </a:solidFill>
            <a:prstDash val="solid"/>
          </a:ln>
        </p:spPr>
      </p:sp>
      <p:sp>
        <p:nvSpPr>
          <p:cNvPr id="104" name="Shape 102"/>
          <p:cNvSpPr/>
          <p:nvPr/>
        </p:nvSpPr>
        <p:spPr>
          <a:xfrm>
            <a:off x="6100877" y="1669694"/>
            <a:ext cx="3200" cy="1356970"/>
          </a:xfrm>
          <a:prstGeom prst="rect">
            <a:avLst/>
          </a:prstGeom>
          <a:solidFill>
            <a:srgbClr val="DADADA"/>
          </a:solidFill>
          <a:ln w="12700">
            <a:solidFill>
              <a:srgbClr val="DADADA"/>
            </a:solidFill>
            <a:prstDash val="solid"/>
          </a:ln>
        </p:spPr>
      </p:sp>
      <p:sp>
        <p:nvSpPr>
          <p:cNvPr id="105" name="Shape 103"/>
          <p:cNvSpPr/>
          <p:nvPr/>
        </p:nvSpPr>
        <p:spPr>
          <a:xfrm>
            <a:off x="6280099" y="1669694"/>
            <a:ext cx="3200" cy="1356970"/>
          </a:xfrm>
          <a:prstGeom prst="rect">
            <a:avLst/>
          </a:prstGeom>
          <a:solidFill>
            <a:srgbClr val="DADADA"/>
          </a:solidFill>
          <a:ln w="12700">
            <a:solidFill>
              <a:srgbClr val="DADADA"/>
            </a:solidFill>
            <a:prstDash val="solid"/>
          </a:ln>
        </p:spPr>
      </p:sp>
      <p:sp>
        <p:nvSpPr>
          <p:cNvPr id="106" name="Shape 104"/>
          <p:cNvSpPr/>
          <p:nvPr/>
        </p:nvSpPr>
        <p:spPr>
          <a:xfrm>
            <a:off x="6459322" y="1669694"/>
            <a:ext cx="3200" cy="1356970"/>
          </a:xfrm>
          <a:prstGeom prst="rect">
            <a:avLst/>
          </a:prstGeom>
          <a:solidFill>
            <a:srgbClr val="DADADA"/>
          </a:solidFill>
          <a:ln w="12700">
            <a:solidFill>
              <a:srgbClr val="DADADA"/>
            </a:solidFill>
            <a:prstDash val="solid"/>
          </a:ln>
        </p:spPr>
      </p:sp>
      <p:sp>
        <p:nvSpPr>
          <p:cNvPr id="107" name="Shape 105"/>
          <p:cNvSpPr/>
          <p:nvPr/>
        </p:nvSpPr>
        <p:spPr>
          <a:xfrm>
            <a:off x="6638544" y="1669694"/>
            <a:ext cx="3200" cy="1356970"/>
          </a:xfrm>
          <a:prstGeom prst="rect">
            <a:avLst/>
          </a:prstGeom>
          <a:solidFill>
            <a:srgbClr val="DADADA"/>
          </a:solidFill>
          <a:ln w="12700">
            <a:solidFill>
              <a:srgbClr val="DADADA"/>
            </a:solidFill>
            <a:prstDash val="solid"/>
          </a:ln>
        </p:spPr>
      </p:sp>
      <p:sp>
        <p:nvSpPr>
          <p:cNvPr id="108" name="Shape 106"/>
          <p:cNvSpPr/>
          <p:nvPr/>
        </p:nvSpPr>
        <p:spPr>
          <a:xfrm>
            <a:off x="6817766" y="1669694"/>
            <a:ext cx="3200" cy="1356970"/>
          </a:xfrm>
          <a:prstGeom prst="rect">
            <a:avLst/>
          </a:prstGeom>
          <a:solidFill>
            <a:srgbClr val="DADADA"/>
          </a:solidFill>
          <a:ln w="12700">
            <a:solidFill>
              <a:srgbClr val="DADADA"/>
            </a:solidFill>
            <a:prstDash val="solid"/>
          </a:ln>
        </p:spPr>
      </p:sp>
      <p:sp>
        <p:nvSpPr>
          <p:cNvPr id="109" name="Shape 107"/>
          <p:cNvSpPr/>
          <p:nvPr/>
        </p:nvSpPr>
        <p:spPr>
          <a:xfrm>
            <a:off x="6996989" y="1669694"/>
            <a:ext cx="3200" cy="1356970"/>
          </a:xfrm>
          <a:prstGeom prst="rect">
            <a:avLst/>
          </a:prstGeom>
          <a:solidFill>
            <a:srgbClr val="DADADA"/>
          </a:solidFill>
          <a:ln w="12700">
            <a:solidFill>
              <a:srgbClr val="DADADA"/>
            </a:solidFill>
            <a:prstDash val="solid"/>
          </a:ln>
        </p:spPr>
      </p:sp>
      <p:sp>
        <p:nvSpPr>
          <p:cNvPr id="110" name="Shape 108"/>
          <p:cNvSpPr/>
          <p:nvPr/>
        </p:nvSpPr>
        <p:spPr>
          <a:xfrm>
            <a:off x="7176211" y="1669694"/>
            <a:ext cx="3200" cy="1356970"/>
          </a:xfrm>
          <a:prstGeom prst="rect">
            <a:avLst/>
          </a:prstGeom>
          <a:solidFill>
            <a:srgbClr val="DADADA"/>
          </a:solidFill>
          <a:ln w="12700">
            <a:solidFill>
              <a:srgbClr val="DADADA"/>
            </a:solidFill>
            <a:prstDash val="solid"/>
          </a:ln>
        </p:spPr>
      </p:sp>
      <p:sp>
        <p:nvSpPr>
          <p:cNvPr id="111" name="Shape 109"/>
          <p:cNvSpPr/>
          <p:nvPr/>
        </p:nvSpPr>
        <p:spPr>
          <a:xfrm>
            <a:off x="4398264" y="1759306"/>
            <a:ext cx="2848356" cy="3200"/>
          </a:xfrm>
          <a:prstGeom prst="rect">
            <a:avLst/>
          </a:prstGeom>
          <a:solidFill>
            <a:srgbClr val="DADADA"/>
          </a:solidFill>
          <a:ln w="12700">
            <a:solidFill>
              <a:srgbClr val="DADADA"/>
            </a:solidFill>
            <a:prstDash val="solid"/>
          </a:ln>
        </p:spPr>
      </p:sp>
      <p:sp>
        <p:nvSpPr>
          <p:cNvPr id="112" name="Shape 110"/>
          <p:cNvSpPr/>
          <p:nvPr/>
        </p:nvSpPr>
        <p:spPr>
          <a:xfrm>
            <a:off x="4398264" y="1938528"/>
            <a:ext cx="2848356" cy="3200"/>
          </a:xfrm>
          <a:prstGeom prst="rect">
            <a:avLst/>
          </a:prstGeom>
          <a:solidFill>
            <a:srgbClr val="DADADA"/>
          </a:solidFill>
          <a:ln w="12700">
            <a:solidFill>
              <a:srgbClr val="DADADA"/>
            </a:solidFill>
            <a:prstDash val="solid"/>
          </a:ln>
        </p:spPr>
      </p:sp>
      <p:sp>
        <p:nvSpPr>
          <p:cNvPr id="113" name="Shape 111"/>
          <p:cNvSpPr/>
          <p:nvPr/>
        </p:nvSpPr>
        <p:spPr>
          <a:xfrm>
            <a:off x="4398264" y="2117750"/>
            <a:ext cx="2848356" cy="3200"/>
          </a:xfrm>
          <a:prstGeom prst="rect">
            <a:avLst/>
          </a:prstGeom>
          <a:solidFill>
            <a:srgbClr val="DADADA"/>
          </a:solidFill>
          <a:ln w="12700">
            <a:solidFill>
              <a:srgbClr val="DADADA"/>
            </a:solidFill>
            <a:prstDash val="solid"/>
          </a:ln>
        </p:spPr>
      </p:sp>
      <p:sp>
        <p:nvSpPr>
          <p:cNvPr id="114" name="Shape 112"/>
          <p:cNvSpPr/>
          <p:nvPr/>
        </p:nvSpPr>
        <p:spPr>
          <a:xfrm>
            <a:off x="4398264" y="2296973"/>
            <a:ext cx="2848356" cy="3200"/>
          </a:xfrm>
          <a:prstGeom prst="rect">
            <a:avLst/>
          </a:prstGeom>
          <a:solidFill>
            <a:srgbClr val="DADADA"/>
          </a:solidFill>
          <a:ln w="12700">
            <a:solidFill>
              <a:srgbClr val="DADADA"/>
            </a:solidFill>
            <a:prstDash val="solid"/>
          </a:ln>
        </p:spPr>
      </p:sp>
      <p:sp>
        <p:nvSpPr>
          <p:cNvPr id="115" name="Shape 113"/>
          <p:cNvSpPr/>
          <p:nvPr/>
        </p:nvSpPr>
        <p:spPr>
          <a:xfrm>
            <a:off x="4398264" y="2476195"/>
            <a:ext cx="2848356" cy="3200"/>
          </a:xfrm>
          <a:prstGeom prst="rect">
            <a:avLst/>
          </a:prstGeom>
          <a:solidFill>
            <a:srgbClr val="DADADA"/>
          </a:solidFill>
          <a:ln w="12700">
            <a:solidFill>
              <a:srgbClr val="DADADA"/>
            </a:solidFill>
            <a:prstDash val="solid"/>
          </a:ln>
        </p:spPr>
      </p:sp>
      <p:sp>
        <p:nvSpPr>
          <p:cNvPr id="116" name="Shape 114"/>
          <p:cNvSpPr/>
          <p:nvPr/>
        </p:nvSpPr>
        <p:spPr>
          <a:xfrm>
            <a:off x="4398264" y="2655418"/>
            <a:ext cx="2848356" cy="3200"/>
          </a:xfrm>
          <a:prstGeom prst="rect">
            <a:avLst/>
          </a:prstGeom>
          <a:solidFill>
            <a:srgbClr val="DADADA"/>
          </a:solidFill>
          <a:ln w="12700">
            <a:solidFill>
              <a:srgbClr val="DADADA"/>
            </a:solidFill>
            <a:prstDash val="solid"/>
          </a:ln>
        </p:spPr>
      </p:sp>
      <p:sp>
        <p:nvSpPr>
          <p:cNvPr id="117" name="Shape 115"/>
          <p:cNvSpPr/>
          <p:nvPr/>
        </p:nvSpPr>
        <p:spPr>
          <a:xfrm>
            <a:off x="4398264" y="2834640"/>
            <a:ext cx="2848356" cy="3200"/>
          </a:xfrm>
          <a:prstGeom prst="rect">
            <a:avLst/>
          </a:prstGeom>
          <a:solidFill>
            <a:srgbClr val="DADADA"/>
          </a:solidFill>
          <a:ln w="12700">
            <a:solidFill>
              <a:srgbClr val="DADADA"/>
            </a:solidFill>
            <a:prstDash val="solid"/>
          </a:ln>
        </p:spPr>
      </p:sp>
      <p:sp>
        <p:nvSpPr>
          <p:cNvPr id="118" name="Shape 116"/>
          <p:cNvSpPr/>
          <p:nvPr/>
        </p:nvSpPr>
        <p:spPr>
          <a:xfrm>
            <a:off x="4398264" y="3013862"/>
            <a:ext cx="2848356" cy="3200"/>
          </a:xfrm>
          <a:prstGeom prst="rect">
            <a:avLst/>
          </a:prstGeom>
          <a:solidFill>
            <a:srgbClr val="DADADA"/>
          </a:solidFill>
          <a:ln w="12700">
            <a:solidFill>
              <a:srgbClr val="DADADA"/>
            </a:solidFill>
            <a:prstDash val="solid"/>
          </a:ln>
        </p:spPr>
      </p:sp>
      <p:sp>
        <p:nvSpPr>
          <p:cNvPr id="119" name="Shape 117"/>
          <p:cNvSpPr/>
          <p:nvPr/>
        </p:nvSpPr>
        <p:spPr>
          <a:xfrm>
            <a:off x="7246620" y="1554480"/>
            <a:ext cx="672084" cy="1472184"/>
          </a:xfrm>
          <a:prstGeom prst="rect">
            <a:avLst/>
          </a:prstGeom>
          <a:solidFill>
            <a:srgbClr val="ECECEC"/>
          </a:solidFill>
          <a:ln w="6350">
            <a:solidFill>
              <a:srgbClr val="D2D0CB"/>
            </a:solidFill>
            <a:prstDash val="solid"/>
          </a:ln>
        </p:spPr>
      </p:sp>
      <p:sp>
        <p:nvSpPr>
          <p:cNvPr id="120" name="Shape 118"/>
          <p:cNvSpPr/>
          <p:nvPr/>
        </p:nvSpPr>
        <p:spPr>
          <a:xfrm>
            <a:off x="7438644" y="1586484"/>
            <a:ext cx="83210" cy="83210"/>
          </a:xfrm>
          <a:prstGeom prst="ellipse">
            <a:avLst/>
          </a:prstGeom>
          <a:solidFill>
            <a:srgbClr val="8E44E0"/>
          </a:solidFill>
          <a:ln w="12700">
            <a:solidFill>
              <a:srgbClr val="8E44E0"/>
            </a:solidFill>
            <a:prstDash val="solid"/>
          </a:ln>
        </p:spPr>
      </p:sp>
      <p:sp>
        <p:nvSpPr>
          <p:cNvPr id="121" name="Shape 119"/>
          <p:cNvSpPr/>
          <p:nvPr/>
        </p:nvSpPr>
        <p:spPr>
          <a:xfrm>
            <a:off x="7541057" y="1586484"/>
            <a:ext cx="83210" cy="83210"/>
          </a:xfrm>
          <a:prstGeom prst="ellipse">
            <a:avLst/>
          </a:prstGeom>
          <a:solidFill>
            <a:srgbClr val="7A7A7A"/>
          </a:solidFill>
          <a:ln w="12700">
            <a:solidFill>
              <a:srgbClr val="7A7A7A"/>
            </a:solidFill>
            <a:prstDash val="solid"/>
          </a:ln>
        </p:spPr>
      </p:sp>
      <p:sp>
        <p:nvSpPr>
          <p:cNvPr id="122" name="Shape 120"/>
          <p:cNvSpPr/>
          <p:nvPr/>
        </p:nvSpPr>
        <p:spPr>
          <a:xfrm>
            <a:off x="7643470" y="1586484"/>
            <a:ext cx="83210" cy="83210"/>
          </a:xfrm>
          <a:prstGeom prst="ellipse">
            <a:avLst/>
          </a:prstGeom>
          <a:solidFill>
            <a:srgbClr val="7A7A7A"/>
          </a:solidFill>
          <a:ln w="12700">
            <a:solidFill>
              <a:srgbClr val="7A7A7A"/>
            </a:solidFill>
            <a:prstDash val="solid"/>
          </a:ln>
        </p:spPr>
      </p:sp>
      <p:sp>
        <p:nvSpPr>
          <p:cNvPr id="123" name="Shape 121"/>
          <p:cNvSpPr/>
          <p:nvPr/>
        </p:nvSpPr>
        <p:spPr>
          <a:xfrm>
            <a:off x="7438644" y="1688897"/>
            <a:ext cx="83210" cy="83210"/>
          </a:xfrm>
          <a:prstGeom prst="ellipse">
            <a:avLst/>
          </a:prstGeom>
          <a:solidFill>
            <a:srgbClr val="F5C400"/>
          </a:solidFill>
          <a:ln w="12700">
            <a:solidFill>
              <a:srgbClr val="F5C400"/>
            </a:solidFill>
            <a:prstDash val="solid"/>
          </a:ln>
        </p:spPr>
      </p:sp>
      <p:sp>
        <p:nvSpPr>
          <p:cNvPr id="124" name="Shape 122"/>
          <p:cNvSpPr/>
          <p:nvPr/>
        </p:nvSpPr>
        <p:spPr>
          <a:xfrm>
            <a:off x="7541057" y="1688897"/>
            <a:ext cx="83210" cy="83210"/>
          </a:xfrm>
          <a:prstGeom prst="ellipse">
            <a:avLst/>
          </a:prstGeom>
          <a:solidFill>
            <a:srgbClr val="F5C400"/>
          </a:solidFill>
          <a:ln w="12700">
            <a:solidFill>
              <a:srgbClr val="F5C400"/>
            </a:solidFill>
            <a:prstDash val="solid"/>
          </a:ln>
        </p:spPr>
      </p:sp>
      <p:sp>
        <p:nvSpPr>
          <p:cNvPr id="125" name="Shape 123"/>
          <p:cNvSpPr/>
          <p:nvPr/>
        </p:nvSpPr>
        <p:spPr>
          <a:xfrm>
            <a:off x="7643470" y="1688897"/>
            <a:ext cx="83210" cy="83210"/>
          </a:xfrm>
          <a:prstGeom prst="ellipse">
            <a:avLst/>
          </a:prstGeom>
          <a:solidFill>
            <a:srgbClr val="8B0000"/>
          </a:solidFill>
          <a:ln w="12700">
            <a:solidFill>
              <a:srgbClr val="8B0000"/>
            </a:solidFill>
            <a:prstDash val="solid"/>
          </a:ln>
        </p:spPr>
      </p:sp>
      <p:sp>
        <p:nvSpPr>
          <p:cNvPr id="126" name="Shape 124"/>
          <p:cNvSpPr/>
          <p:nvPr/>
        </p:nvSpPr>
        <p:spPr>
          <a:xfrm>
            <a:off x="7438644" y="1791310"/>
            <a:ext cx="83210" cy="83210"/>
          </a:xfrm>
          <a:prstGeom prst="ellipse">
            <a:avLst/>
          </a:prstGeom>
          <a:solidFill>
            <a:srgbClr val="2FB94A"/>
          </a:solidFill>
          <a:ln w="12700">
            <a:solidFill>
              <a:srgbClr val="2FB94A"/>
            </a:solidFill>
            <a:prstDash val="solid"/>
          </a:ln>
        </p:spPr>
      </p:sp>
      <p:sp>
        <p:nvSpPr>
          <p:cNvPr id="127" name="Shape 125"/>
          <p:cNvSpPr/>
          <p:nvPr/>
        </p:nvSpPr>
        <p:spPr>
          <a:xfrm>
            <a:off x="7541057" y="1791310"/>
            <a:ext cx="83210" cy="83210"/>
          </a:xfrm>
          <a:prstGeom prst="ellipse">
            <a:avLst/>
          </a:prstGeom>
          <a:solidFill>
            <a:srgbClr val="C9A07A"/>
          </a:solidFill>
          <a:ln w="12700">
            <a:solidFill>
              <a:srgbClr val="C9A07A"/>
            </a:solidFill>
            <a:prstDash val="solid"/>
          </a:ln>
        </p:spPr>
      </p:sp>
      <p:sp>
        <p:nvSpPr>
          <p:cNvPr id="128" name="Shape 126"/>
          <p:cNvSpPr/>
          <p:nvPr/>
        </p:nvSpPr>
        <p:spPr>
          <a:xfrm>
            <a:off x="7643470" y="1791310"/>
            <a:ext cx="83210" cy="83210"/>
          </a:xfrm>
          <a:prstGeom prst="ellipse">
            <a:avLst/>
          </a:prstGeom>
          <a:solidFill>
            <a:srgbClr val="C9A07A"/>
          </a:solidFill>
          <a:ln w="12700">
            <a:solidFill>
              <a:srgbClr val="C9A07A"/>
            </a:solidFill>
            <a:prstDash val="solid"/>
          </a:ln>
        </p:spPr>
      </p:sp>
      <p:sp>
        <p:nvSpPr>
          <p:cNvPr id="129" name="Shape 127"/>
          <p:cNvSpPr/>
          <p:nvPr/>
        </p:nvSpPr>
        <p:spPr>
          <a:xfrm>
            <a:off x="7390638" y="2514600"/>
            <a:ext cx="384048" cy="86411"/>
          </a:xfrm>
          <a:prstGeom prst="rect">
            <a:avLst/>
          </a:prstGeom>
          <a:solidFill>
            <a:srgbClr val="8E7A9E"/>
          </a:solidFill>
          <a:ln w="12700">
            <a:solidFill>
              <a:srgbClr val="8E7A9E"/>
            </a:solidFill>
            <a:prstDash val="solid"/>
          </a:ln>
        </p:spPr>
      </p:sp>
      <p:sp>
        <p:nvSpPr>
          <p:cNvPr id="130" name="Shape 128"/>
          <p:cNvSpPr/>
          <p:nvPr/>
        </p:nvSpPr>
        <p:spPr>
          <a:xfrm>
            <a:off x="7777886" y="2521001"/>
            <a:ext cx="12802" cy="73609"/>
          </a:xfrm>
          <a:prstGeom prst="rect">
            <a:avLst/>
          </a:prstGeom>
          <a:solidFill>
            <a:srgbClr val="2FB94A"/>
          </a:solidFill>
          <a:ln w="12700">
            <a:solidFill>
              <a:srgbClr val="2FB94A"/>
            </a:solidFill>
            <a:prstDash val="solid"/>
          </a:ln>
        </p:spPr>
      </p:sp>
      <p:sp>
        <p:nvSpPr>
          <p:cNvPr id="131" name="Shape 129"/>
          <p:cNvSpPr/>
          <p:nvPr/>
        </p:nvSpPr>
        <p:spPr>
          <a:xfrm>
            <a:off x="7390638" y="2613812"/>
            <a:ext cx="384048" cy="86411"/>
          </a:xfrm>
          <a:prstGeom prst="rect">
            <a:avLst/>
          </a:prstGeom>
          <a:solidFill>
            <a:srgbClr val="C9A7E6"/>
          </a:solidFill>
          <a:ln w="12700">
            <a:solidFill>
              <a:srgbClr val="C9A7E6"/>
            </a:solidFill>
            <a:prstDash val="solid"/>
          </a:ln>
        </p:spPr>
      </p:sp>
      <p:sp>
        <p:nvSpPr>
          <p:cNvPr id="132" name="Shape 130"/>
          <p:cNvSpPr/>
          <p:nvPr/>
        </p:nvSpPr>
        <p:spPr>
          <a:xfrm>
            <a:off x="7777886" y="2620213"/>
            <a:ext cx="12802" cy="73609"/>
          </a:xfrm>
          <a:prstGeom prst="rect">
            <a:avLst/>
          </a:prstGeom>
          <a:solidFill>
            <a:srgbClr val="2FB94A"/>
          </a:solidFill>
          <a:ln w="12700">
            <a:solidFill>
              <a:srgbClr val="2FB94A"/>
            </a:solidFill>
            <a:prstDash val="solid"/>
          </a:ln>
        </p:spPr>
      </p:sp>
      <p:sp>
        <p:nvSpPr>
          <p:cNvPr id="133" name="Shape 131"/>
          <p:cNvSpPr/>
          <p:nvPr/>
        </p:nvSpPr>
        <p:spPr>
          <a:xfrm>
            <a:off x="7265822" y="2725826"/>
            <a:ext cx="633679" cy="40005"/>
          </a:xfrm>
          <a:prstGeom prst="rect">
            <a:avLst/>
          </a:prstGeom>
          <a:solidFill>
            <a:srgbClr val="E68FE0"/>
          </a:solidFill>
          <a:ln w="12700">
            <a:solidFill>
              <a:srgbClr val="E68FE0"/>
            </a:solidFill>
            <a:prstDash val="solid"/>
          </a:ln>
        </p:spPr>
      </p:sp>
      <p:sp>
        <p:nvSpPr>
          <p:cNvPr id="134" name="Shape 132"/>
          <p:cNvSpPr/>
          <p:nvPr/>
        </p:nvSpPr>
        <p:spPr>
          <a:xfrm>
            <a:off x="7265822" y="2775433"/>
            <a:ext cx="633679" cy="40005"/>
          </a:xfrm>
          <a:prstGeom prst="rect">
            <a:avLst/>
          </a:prstGeom>
          <a:solidFill>
            <a:srgbClr val="FFA500"/>
          </a:solidFill>
          <a:ln w="12700">
            <a:solidFill>
              <a:srgbClr val="FFA500"/>
            </a:solidFill>
            <a:prstDash val="solid"/>
          </a:ln>
        </p:spPr>
      </p:sp>
      <p:sp>
        <p:nvSpPr>
          <p:cNvPr id="135" name="Shape 133"/>
          <p:cNvSpPr/>
          <p:nvPr/>
        </p:nvSpPr>
        <p:spPr>
          <a:xfrm>
            <a:off x="7265822" y="2825039"/>
            <a:ext cx="633679" cy="40005"/>
          </a:xfrm>
          <a:prstGeom prst="rect">
            <a:avLst/>
          </a:prstGeom>
          <a:solidFill>
            <a:srgbClr val="90EE90"/>
          </a:solidFill>
          <a:ln w="12700">
            <a:solidFill>
              <a:srgbClr val="90EE90"/>
            </a:solidFill>
            <a:prstDash val="solid"/>
          </a:ln>
        </p:spPr>
      </p:sp>
      <p:sp>
        <p:nvSpPr>
          <p:cNvPr id="136" name="Shape 134"/>
          <p:cNvSpPr/>
          <p:nvPr/>
        </p:nvSpPr>
        <p:spPr>
          <a:xfrm>
            <a:off x="7265822" y="2874645"/>
            <a:ext cx="633679" cy="40005"/>
          </a:xfrm>
          <a:prstGeom prst="rect">
            <a:avLst/>
          </a:prstGeom>
          <a:solidFill>
            <a:srgbClr val="FF6B6B"/>
          </a:solidFill>
          <a:ln w="12700">
            <a:solidFill>
              <a:srgbClr val="FF6B6B"/>
            </a:solidFill>
            <a:prstDash val="solid"/>
          </a:ln>
        </p:spPr>
      </p:sp>
      <p:sp>
        <p:nvSpPr>
          <p:cNvPr id="137" name="Shape 135"/>
          <p:cNvSpPr/>
          <p:nvPr/>
        </p:nvSpPr>
        <p:spPr>
          <a:xfrm>
            <a:off x="7265822" y="2924251"/>
            <a:ext cx="633679" cy="40005"/>
          </a:xfrm>
          <a:prstGeom prst="rect">
            <a:avLst/>
          </a:prstGeom>
          <a:solidFill>
            <a:srgbClr val="7FB2E5"/>
          </a:solidFill>
          <a:ln w="12700">
            <a:solidFill>
              <a:srgbClr val="7FB2E5"/>
            </a:solidFill>
            <a:prstDash val="solid"/>
          </a:ln>
        </p:spPr>
      </p:sp>
      <p:sp>
        <p:nvSpPr>
          <p:cNvPr id="138" name="Shape 136"/>
          <p:cNvSpPr/>
          <p:nvPr/>
        </p:nvSpPr>
        <p:spPr>
          <a:xfrm>
            <a:off x="7265822" y="2973857"/>
            <a:ext cx="633679" cy="40005"/>
          </a:xfrm>
          <a:prstGeom prst="rect">
            <a:avLst/>
          </a:prstGeom>
          <a:solidFill>
            <a:srgbClr val="B0B0B0"/>
          </a:solidFill>
          <a:ln w="12700">
            <a:solidFill>
              <a:srgbClr val="B0B0B0"/>
            </a:solidFill>
            <a:prstDash val="solid"/>
          </a:ln>
        </p:spPr>
      </p:sp>
      <p:sp>
        <p:nvSpPr>
          <p:cNvPr id="139" name="Shape 137"/>
          <p:cNvSpPr/>
          <p:nvPr/>
        </p:nvSpPr>
        <p:spPr>
          <a:xfrm>
            <a:off x="7886700" y="1554480"/>
            <a:ext cx="32004" cy="1472184"/>
          </a:xfrm>
          <a:prstGeom prst="rect">
            <a:avLst/>
          </a:prstGeom>
          <a:solidFill>
            <a:srgbClr val="DEDCD7"/>
          </a:solidFill>
          <a:ln w="6350">
            <a:solidFill>
              <a:srgbClr val="CBC8C1"/>
            </a:solidFill>
            <a:prstDash val="solid"/>
          </a:ln>
        </p:spPr>
      </p:sp>
      <p:sp>
        <p:nvSpPr>
          <p:cNvPr id="140" name="Shape 138"/>
          <p:cNvSpPr/>
          <p:nvPr/>
        </p:nvSpPr>
        <p:spPr>
          <a:xfrm>
            <a:off x="7883500" y="2956255"/>
            <a:ext cx="38405" cy="38405"/>
          </a:xfrm>
          <a:prstGeom prst="ellipse">
            <a:avLst/>
          </a:prstGeom>
          <a:solidFill>
            <a:srgbClr val="A34D92"/>
          </a:solidFill>
          <a:ln w="12700">
            <a:solidFill>
              <a:srgbClr val="A34D92"/>
            </a:solidFill>
            <a:prstDash val="solid"/>
          </a:ln>
        </p:spPr>
      </p:sp>
      <p:sp>
        <p:nvSpPr>
          <p:cNvPr id="141" name="Text 139"/>
          <p:cNvSpPr txBox="1"/>
          <p:nvPr/>
        </p:nvSpPr>
        <p:spPr>
          <a:xfrm>
            <a:off x="4398264" y="3081528"/>
            <a:ext cx="35204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canvas 890 (+140) · panel 210</a:t>
            </a:r>
            <a:endParaRPr lang="en-US" sz="950" dirty="0"/>
          </a:p>
        </p:txBody>
      </p:sp>
      <p:sp>
        <p:nvSpPr>
          <p:cNvPr id="142" name="Text 140"/>
          <p:cNvSpPr txBox="1"/>
          <p:nvPr/>
        </p:nvSpPr>
        <p:spPr>
          <a:xfrm>
            <a:off x="4398264" y="3392424"/>
            <a:ext cx="3520440" cy="91440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Column off-screen. A 10 px edge strip with a label and a group-count badge marks it.</a:t>
            </a:r>
            <a:endParaRPr lang="en-US" sz="1250" dirty="0"/>
          </a:p>
        </p:txBody>
      </p:sp>
      <p:sp>
        <p:nvSpPr>
          <p:cNvPr id="143" name="Text 141"/>
          <p:cNvSpPr txBox="1"/>
          <p:nvPr/>
        </p:nvSpPr>
        <p:spPr>
          <a:xfrm>
            <a:off x="8247888" y="1143000"/>
            <a:ext cx="3520440" cy="365760"/>
          </a:xfrm>
          <a:prstGeom prst="rect">
            <a:avLst/>
          </a:prstGeom>
          <a:noFill/>
          <a:ln/>
        </p:spPr>
        <p:txBody>
          <a:bodyPr wrap="square" lIns="0" tIns="0" rIns="0" bIns="0" rtlCol="0" anchor="ctr"/>
          <a:lstStyle/>
          <a:p>
            <a:pPr indent="0" marL="0">
              <a:buNone/>
            </a:pPr>
            <a:r>
              <a:rPr lang="en-US" sz="1800" b="1" dirty="0">
                <a:solidFill>
                  <a:srgbClr val="1E1E1C"/>
                </a:solidFill>
                <a:latin typeface="Calibri" pitchFamily="34" charset="0"/>
                <a:ea typeface="Calibri" pitchFamily="34" charset="-122"/>
                <a:cs typeface="Calibri" pitchFamily="34" charset="-120"/>
              </a:rPr>
              <a:t>Peek</a:t>
            </a:r>
            <a:endParaRPr lang="en-US" sz="1800" dirty="0"/>
          </a:p>
        </p:txBody>
      </p:sp>
      <p:sp>
        <p:nvSpPr>
          <p:cNvPr id="144" name="Shape 142"/>
          <p:cNvSpPr/>
          <p:nvPr/>
        </p:nvSpPr>
        <p:spPr>
          <a:xfrm>
            <a:off x="8247888" y="1554480"/>
            <a:ext cx="3520440" cy="1472184"/>
          </a:xfrm>
          <a:prstGeom prst="rect">
            <a:avLst/>
          </a:prstGeom>
          <a:solidFill>
            <a:srgbClr val="EBEBEB"/>
          </a:solidFill>
          <a:ln w="9525">
            <a:solidFill>
              <a:srgbClr val="B9B6B0"/>
            </a:solidFill>
            <a:prstDash val="solid"/>
          </a:ln>
        </p:spPr>
      </p:sp>
      <p:sp>
        <p:nvSpPr>
          <p:cNvPr id="145" name="Shape 143"/>
          <p:cNvSpPr/>
          <p:nvPr/>
        </p:nvSpPr>
        <p:spPr>
          <a:xfrm>
            <a:off x="8273491" y="1573682"/>
            <a:ext cx="164363" cy="76810"/>
          </a:xfrm>
          <a:prstGeom prst="rect">
            <a:avLst/>
          </a:prstGeom>
          <a:solidFill>
            <a:srgbClr val="D3D3D3"/>
          </a:solidFill>
          <a:ln w="12700">
            <a:solidFill>
              <a:srgbClr val="D3D3D3"/>
            </a:solidFill>
            <a:prstDash val="solid"/>
          </a:ln>
        </p:spPr>
      </p:sp>
      <p:sp>
        <p:nvSpPr>
          <p:cNvPr id="146" name="Shape 144"/>
          <p:cNvSpPr/>
          <p:nvPr/>
        </p:nvSpPr>
        <p:spPr>
          <a:xfrm>
            <a:off x="8453857" y="1573682"/>
            <a:ext cx="164363" cy="76810"/>
          </a:xfrm>
          <a:prstGeom prst="rect">
            <a:avLst/>
          </a:prstGeom>
          <a:solidFill>
            <a:srgbClr val="1B9E9E"/>
          </a:solidFill>
          <a:ln w="12700">
            <a:solidFill>
              <a:srgbClr val="1B9E9E"/>
            </a:solidFill>
            <a:prstDash val="solid"/>
          </a:ln>
        </p:spPr>
      </p:sp>
      <p:sp>
        <p:nvSpPr>
          <p:cNvPr id="147" name="Shape 145"/>
          <p:cNvSpPr/>
          <p:nvPr/>
        </p:nvSpPr>
        <p:spPr>
          <a:xfrm>
            <a:off x="8634222" y="1573682"/>
            <a:ext cx="164363" cy="76810"/>
          </a:xfrm>
          <a:prstGeom prst="rect">
            <a:avLst/>
          </a:prstGeom>
          <a:solidFill>
            <a:srgbClr val="F5C400"/>
          </a:solidFill>
          <a:ln w="12700">
            <a:solidFill>
              <a:srgbClr val="F5C400"/>
            </a:solidFill>
            <a:prstDash val="solid"/>
          </a:ln>
        </p:spPr>
      </p:sp>
      <p:sp>
        <p:nvSpPr>
          <p:cNvPr id="148" name="Shape 146"/>
          <p:cNvSpPr/>
          <p:nvPr/>
        </p:nvSpPr>
        <p:spPr>
          <a:xfrm>
            <a:off x="8814587" y="1573682"/>
            <a:ext cx="164363" cy="76810"/>
          </a:xfrm>
          <a:prstGeom prst="rect">
            <a:avLst/>
          </a:prstGeom>
          <a:solidFill>
            <a:srgbClr val="7B4A9E"/>
          </a:solidFill>
          <a:ln w="12700">
            <a:solidFill>
              <a:srgbClr val="7B4A9E"/>
            </a:solidFill>
            <a:prstDash val="solid"/>
          </a:ln>
        </p:spPr>
      </p:sp>
      <p:sp>
        <p:nvSpPr>
          <p:cNvPr id="149" name="Shape 147"/>
          <p:cNvSpPr/>
          <p:nvPr/>
        </p:nvSpPr>
        <p:spPr>
          <a:xfrm>
            <a:off x="8994953" y="1573682"/>
            <a:ext cx="164363" cy="76810"/>
          </a:xfrm>
          <a:prstGeom prst="rect">
            <a:avLst/>
          </a:prstGeom>
          <a:solidFill>
            <a:srgbClr val="E0640E"/>
          </a:solidFill>
          <a:ln w="12700">
            <a:solidFill>
              <a:srgbClr val="E0640E"/>
            </a:solidFill>
            <a:prstDash val="solid"/>
          </a:ln>
        </p:spPr>
      </p:sp>
      <p:sp>
        <p:nvSpPr>
          <p:cNvPr id="150" name="Shape 148"/>
          <p:cNvSpPr/>
          <p:nvPr/>
        </p:nvSpPr>
        <p:spPr>
          <a:xfrm>
            <a:off x="9175318" y="1573682"/>
            <a:ext cx="164363" cy="76810"/>
          </a:xfrm>
          <a:prstGeom prst="rect">
            <a:avLst/>
          </a:prstGeom>
          <a:solidFill>
            <a:srgbClr val="3A8CD8"/>
          </a:solidFill>
          <a:ln w="12700">
            <a:solidFill>
              <a:srgbClr val="3A8CD8"/>
            </a:solidFill>
            <a:prstDash val="solid"/>
          </a:ln>
        </p:spPr>
      </p:sp>
      <p:sp>
        <p:nvSpPr>
          <p:cNvPr id="151" name="Shape 149"/>
          <p:cNvSpPr/>
          <p:nvPr/>
        </p:nvSpPr>
        <p:spPr>
          <a:xfrm>
            <a:off x="9355684" y="1573682"/>
            <a:ext cx="164363" cy="76810"/>
          </a:xfrm>
          <a:prstGeom prst="rect">
            <a:avLst/>
          </a:prstGeom>
          <a:solidFill>
            <a:srgbClr val="E84A46"/>
          </a:solidFill>
          <a:ln w="12700">
            <a:solidFill>
              <a:srgbClr val="E84A46"/>
            </a:solidFill>
            <a:prstDash val="solid"/>
          </a:ln>
        </p:spPr>
      </p:sp>
      <p:sp>
        <p:nvSpPr>
          <p:cNvPr id="152" name="Shape 150"/>
          <p:cNvSpPr/>
          <p:nvPr/>
        </p:nvSpPr>
        <p:spPr>
          <a:xfrm>
            <a:off x="9536049" y="1573682"/>
            <a:ext cx="164363" cy="76810"/>
          </a:xfrm>
          <a:prstGeom prst="rect">
            <a:avLst/>
          </a:prstGeom>
          <a:solidFill>
            <a:srgbClr val="C7A7E8"/>
          </a:solidFill>
          <a:ln w="12700">
            <a:solidFill>
              <a:srgbClr val="C7A7E8"/>
            </a:solidFill>
            <a:prstDash val="solid"/>
          </a:ln>
        </p:spPr>
      </p:sp>
      <p:sp>
        <p:nvSpPr>
          <p:cNvPr id="153" name="Shape 151"/>
          <p:cNvSpPr/>
          <p:nvPr/>
        </p:nvSpPr>
        <p:spPr>
          <a:xfrm>
            <a:off x="9716414" y="1573682"/>
            <a:ext cx="164363" cy="76810"/>
          </a:xfrm>
          <a:prstGeom prst="rect">
            <a:avLst/>
          </a:prstGeom>
          <a:solidFill>
            <a:srgbClr val="F27EAE"/>
          </a:solidFill>
          <a:ln w="12700">
            <a:solidFill>
              <a:srgbClr val="F27EAE"/>
            </a:solidFill>
            <a:prstDash val="solid"/>
          </a:ln>
        </p:spPr>
      </p:sp>
      <p:sp>
        <p:nvSpPr>
          <p:cNvPr id="154" name="Shape 152"/>
          <p:cNvSpPr/>
          <p:nvPr/>
        </p:nvSpPr>
        <p:spPr>
          <a:xfrm>
            <a:off x="9896780" y="1573682"/>
            <a:ext cx="164363" cy="76810"/>
          </a:xfrm>
          <a:prstGeom prst="rect">
            <a:avLst/>
          </a:prstGeom>
          <a:solidFill>
            <a:srgbClr val="B58B7A"/>
          </a:solidFill>
          <a:ln w="12700">
            <a:solidFill>
              <a:srgbClr val="B58B7A"/>
            </a:solidFill>
            <a:prstDash val="solid"/>
          </a:ln>
        </p:spPr>
      </p:sp>
      <p:sp>
        <p:nvSpPr>
          <p:cNvPr id="155" name="Shape 153"/>
          <p:cNvSpPr/>
          <p:nvPr/>
        </p:nvSpPr>
        <p:spPr>
          <a:xfrm>
            <a:off x="10077145" y="1573682"/>
            <a:ext cx="164363" cy="76810"/>
          </a:xfrm>
          <a:prstGeom prst="rect">
            <a:avLst/>
          </a:prstGeom>
          <a:solidFill>
            <a:srgbClr val="A0475F"/>
          </a:solidFill>
          <a:ln w="12700">
            <a:solidFill>
              <a:srgbClr val="A0475F"/>
            </a:solidFill>
            <a:prstDash val="solid"/>
          </a:ln>
        </p:spPr>
      </p:sp>
      <p:sp>
        <p:nvSpPr>
          <p:cNvPr id="156" name="Shape 154"/>
          <p:cNvSpPr/>
          <p:nvPr/>
        </p:nvSpPr>
        <p:spPr>
          <a:xfrm>
            <a:off x="10257511" y="1573682"/>
            <a:ext cx="164363" cy="76810"/>
          </a:xfrm>
          <a:prstGeom prst="rect">
            <a:avLst/>
          </a:prstGeom>
          <a:solidFill>
            <a:srgbClr val="4BB543"/>
          </a:solidFill>
          <a:ln w="12700">
            <a:solidFill>
              <a:srgbClr val="4BB543"/>
            </a:solidFill>
            <a:prstDash val="solid"/>
          </a:ln>
        </p:spPr>
      </p:sp>
      <p:sp>
        <p:nvSpPr>
          <p:cNvPr id="157" name="Shape 155"/>
          <p:cNvSpPr/>
          <p:nvPr/>
        </p:nvSpPr>
        <p:spPr>
          <a:xfrm>
            <a:off x="10437876" y="1573682"/>
            <a:ext cx="164363" cy="76810"/>
          </a:xfrm>
          <a:prstGeom prst="rect">
            <a:avLst/>
          </a:prstGeom>
          <a:solidFill>
            <a:srgbClr val="B8BABB"/>
          </a:solidFill>
          <a:ln w="12700">
            <a:solidFill>
              <a:srgbClr val="B8BABB"/>
            </a:solidFill>
            <a:prstDash val="solid"/>
          </a:ln>
        </p:spPr>
      </p:sp>
      <p:sp>
        <p:nvSpPr>
          <p:cNvPr id="158" name="Shape 156"/>
          <p:cNvSpPr/>
          <p:nvPr/>
        </p:nvSpPr>
        <p:spPr>
          <a:xfrm>
            <a:off x="10618241" y="1573682"/>
            <a:ext cx="164363" cy="76810"/>
          </a:xfrm>
          <a:prstGeom prst="rect">
            <a:avLst/>
          </a:prstGeom>
          <a:solidFill>
            <a:srgbClr val="A34D92"/>
          </a:solidFill>
          <a:ln w="12700">
            <a:solidFill>
              <a:srgbClr val="A34D92"/>
            </a:solidFill>
            <a:prstDash val="solid"/>
          </a:ln>
        </p:spPr>
      </p:sp>
      <p:sp>
        <p:nvSpPr>
          <p:cNvPr id="159" name="Shape 157"/>
          <p:cNvSpPr/>
          <p:nvPr/>
        </p:nvSpPr>
        <p:spPr>
          <a:xfrm>
            <a:off x="10827410" y="1573682"/>
            <a:ext cx="160020" cy="76810"/>
          </a:xfrm>
          <a:prstGeom prst="rect">
            <a:avLst/>
          </a:prstGeom>
          <a:solidFill>
            <a:srgbClr val="F5C400"/>
          </a:solidFill>
          <a:ln w="12700">
            <a:solidFill>
              <a:srgbClr val="F5C400"/>
            </a:solidFill>
            <a:prstDash val="solid"/>
          </a:ln>
        </p:spPr>
      </p:sp>
      <p:sp>
        <p:nvSpPr>
          <p:cNvPr id="160" name="Shape 158"/>
          <p:cNvSpPr/>
          <p:nvPr/>
        </p:nvSpPr>
        <p:spPr>
          <a:xfrm>
            <a:off x="11000232" y="1573682"/>
            <a:ext cx="76810" cy="76810"/>
          </a:xfrm>
          <a:prstGeom prst="rect">
            <a:avLst/>
          </a:prstGeom>
          <a:solidFill>
            <a:srgbClr val="D0D0D0"/>
          </a:solidFill>
          <a:ln w="12700">
            <a:solidFill>
              <a:srgbClr val="D0D0D0"/>
            </a:solidFill>
            <a:prstDash val="solid"/>
          </a:ln>
        </p:spPr>
      </p:sp>
      <p:sp>
        <p:nvSpPr>
          <p:cNvPr id="161" name="Shape 159"/>
          <p:cNvSpPr/>
          <p:nvPr/>
        </p:nvSpPr>
        <p:spPr>
          <a:xfrm>
            <a:off x="8337499" y="1669694"/>
            <a:ext cx="3200" cy="1356970"/>
          </a:xfrm>
          <a:prstGeom prst="rect">
            <a:avLst/>
          </a:prstGeom>
          <a:solidFill>
            <a:srgbClr val="DADADA"/>
          </a:solidFill>
          <a:ln w="12700">
            <a:solidFill>
              <a:srgbClr val="DADADA"/>
            </a:solidFill>
            <a:prstDash val="solid"/>
          </a:ln>
        </p:spPr>
      </p:sp>
      <p:sp>
        <p:nvSpPr>
          <p:cNvPr id="162" name="Shape 160"/>
          <p:cNvSpPr/>
          <p:nvPr/>
        </p:nvSpPr>
        <p:spPr>
          <a:xfrm>
            <a:off x="8516722" y="1669694"/>
            <a:ext cx="3200" cy="1356970"/>
          </a:xfrm>
          <a:prstGeom prst="rect">
            <a:avLst/>
          </a:prstGeom>
          <a:solidFill>
            <a:srgbClr val="DADADA"/>
          </a:solidFill>
          <a:ln w="12700">
            <a:solidFill>
              <a:srgbClr val="DADADA"/>
            </a:solidFill>
            <a:prstDash val="solid"/>
          </a:ln>
        </p:spPr>
      </p:sp>
      <p:sp>
        <p:nvSpPr>
          <p:cNvPr id="163" name="Shape 161"/>
          <p:cNvSpPr/>
          <p:nvPr/>
        </p:nvSpPr>
        <p:spPr>
          <a:xfrm>
            <a:off x="8695944" y="1669694"/>
            <a:ext cx="3200" cy="1356970"/>
          </a:xfrm>
          <a:prstGeom prst="rect">
            <a:avLst/>
          </a:prstGeom>
          <a:solidFill>
            <a:srgbClr val="DADADA"/>
          </a:solidFill>
          <a:ln w="12700">
            <a:solidFill>
              <a:srgbClr val="DADADA"/>
            </a:solidFill>
            <a:prstDash val="solid"/>
          </a:ln>
        </p:spPr>
      </p:sp>
      <p:sp>
        <p:nvSpPr>
          <p:cNvPr id="164" name="Shape 162"/>
          <p:cNvSpPr/>
          <p:nvPr/>
        </p:nvSpPr>
        <p:spPr>
          <a:xfrm>
            <a:off x="8875166" y="1669694"/>
            <a:ext cx="3200" cy="1356970"/>
          </a:xfrm>
          <a:prstGeom prst="rect">
            <a:avLst/>
          </a:prstGeom>
          <a:solidFill>
            <a:srgbClr val="DADADA"/>
          </a:solidFill>
          <a:ln w="12700">
            <a:solidFill>
              <a:srgbClr val="DADADA"/>
            </a:solidFill>
            <a:prstDash val="solid"/>
          </a:ln>
        </p:spPr>
      </p:sp>
      <p:sp>
        <p:nvSpPr>
          <p:cNvPr id="165" name="Shape 163"/>
          <p:cNvSpPr/>
          <p:nvPr/>
        </p:nvSpPr>
        <p:spPr>
          <a:xfrm>
            <a:off x="9054389" y="1669694"/>
            <a:ext cx="3200" cy="1356970"/>
          </a:xfrm>
          <a:prstGeom prst="rect">
            <a:avLst/>
          </a:prstGeom>
          <a:solidFill>
            <a:srgbClr val="DADADA"/>
          </a:solidFill>
          <a:ln w="12700">
            <a:solidFill>
              <a:srgbClr val="DADADA"/>
            </a:solidFill>
            <a:prstDash val="solid"/>
          </a:ln>
        </p:spPr>
      </p:sp>
      <p:sp>
        <p:nvSpPr>
          <p:cNvPr id="166" name="Shape 164"/>
          <p:cNvSpPr/>
          <p:nvPr/>
        </p:nvSpPr>
        <p:spPr>
          <a:xfrm>
            <a:off x="9233611" y="1669694"/>
            <a:ext cx="3200" cy="1356970"/>
          </a:xfrm>
          <a:prstGeom prst="rect">
            <a:avLst/>
          </a:prstGeom>
          <a:solidFill>
            <a:srgbClr val="DADADA"/>
          </a:solidFill>
          <a:ln w="12700">
            <a:solidFill>
              <a:srgbClr val="DADADA"/>
            </a:solidFill>
            <a:prstDash val="solid"/>
          </a:ln>
        </p:spPr>
      </p:sp>
      <p:sp>
        <p:nvSpPr>
          <p:cNvPr id="167" name="Shape 165"/>
          <p:cNvSpPr/>
          <p:nvPr/>
        </p:nvSpPr>
        <p:spPr>
          <a:xfrm>
            <a:off x="9412834" y="1669694"/>
            <a:ext cx="3200" cy="1356970"/>
          </a:xfrm>
          <a:prstGeom prst="rect">
            <a:avLst/>
          </a:prstGeom>
          <a:solidFill>
            <a:srgbClr val="DADADA"/>
          </a:solidFill>
          <a:ln w="12700">
            <a:solidFill>
              <a:srgbClr val="DADADA"/>
            </a:solidFill>
            <a:prstDash val="solid"/>
          </a:ln>
        </p:spPr>
      </p:sp>
      <p:sp>
        <p:nvSpPr>
          <p:cNvPr id="168" name="Shape 166"/>
          <p:cNvSpPr/>
          <p:nvPr/>
        </p:nvSpPr>
        <p:spPr>
          <a:xfrm>
            <a:off x="9592056" y="1669694"/>
            <a:ext cx="3200" cy="1356970"/>
          </a:xfrm>
          <a:prstGeom prst="rect">
            <a:avLst/>
          </a:prstGeom>
          <a:solidFill>
            <a:srgbClr val="DADADA"/>
          </a:solidFill>
          <a:ln w="12700">
            <a:solidFill>
              <a:srgbClr val="DADADA"/>
            </a:solidFill>
            <a:prstDash val="solid"/>
          </a:ln>
        </p:spPr>
      </p:sp>
      <p:sp>
        <p:nvSpPr>
          <p:cNvPr id="169" name="Shape 167"/>
          <p:cNvSpPr/>
          <p:nvPr/>
        </p:nvSpPr>
        <p:spPr>
          <a:xfrm>
            <a:off x="9771278" y="1669694"/>
            <a:ext cx="3200" cy="1356970"/>
          </a:xfrm>
          <a:prstGeom prst="rect">
            <a:avLst/>
          </a:prstGeom>
          <a:solidFill>
            <a:srgbClr val="DADADA"/>
          </a:solidFill>
          <a:ln w="12700">
            <a:solidFill>
              <a:srgbClr val="DADADA"/>
            </a:solidFill>
            <a:prstDash val="solid"/>
          </a:ln>
        </p:spPr>
      </p:sp>
      <p:sp>
        <p:nvSpPr>
          <p:cNvPr id="170" name="Shape 168"/>
          <p:cNvSpPr/>
          <p:nvPr/>
        </p:nvSpPr>
        <p:spPr>
          <a:xfrm>
            <a:off x="9950501" y="1669694"/>
            <a:ext cx="3200" cy="1356970"/>
          </a:xfrm>
          <a:prstGeom prst="rect">
            <a:avLst/>
          </a:prstGeom>
          <a:solidFill>
            <a:srgbClr val="DADADA"/>
          </a:solidFill>
          <a:ln w="12700">
            <a:solidFill>
              <a:srgbClr val="DADADA"/>
            </a:solidFill>
            <a:prstDash val="solid"/>
          </a:ln>
        </p:spPr>
      </p:sp>
      <p:sp>
        <p:nvSpPr>
          <p:cNvPr id="171" name="Shape 169"/>
          <p:cNvSpPr/>
          <p:nvPr/>
        </p:nvSpPr>
        <p:spPr>
          <a:xfrm>
            <a:off x="10129723" y="1669694"/>
            <a:ext cx="3200" cy="1356970"/>
          </a:xfrm>
          <a:prstGeom prst="rect">
            <a:avLst/>
          </a:prstGeom>
          <a:solidFill>
            <a:srgbClr val="DADADA"/>
          </a:solidFill>
          <a:ln w="12700">
            <a:solidFill>
              <a:srgbClr val="DADADA"/>
            </a:solidFill>
            <a:prstDash val="solid"/>
          </a:ln>
        </p:spPr>
      </p:sp>
      <p:sp>
        <p:nvSpPr>
          <p:cNvPr id="172" name="Shape 170"/>
          <p:cNvSpPr/>
          <p:nvPr/>
        </p:nvSpPr>
        <p:spPr>
          <a:xfrm>
            <a:off x="10308946" y="1669694"/>
            <a:ext cx="3200" cy="1356970"/>
          </a:xfrm>
          <a:prstGeom prst="rect">
            <a:avLst/>
          </a:prstGeom>
          <a:solidFill>
            <a:srgbClr val="DADADA"/>
          </a:solidFill>
          <a:ln w="12700">
            <a:solidFill>
              <a:srgbClr val="DADADA"/>
            </a:solidFill>
            <a:prstDash val="solid"/>
          </a:ln>
        </p:spPr>
      </p:sp>
      <p:sp>
        <p:nvSpPr>
          <p:cNvPr id="173" name="Shape 171"/>
          <p:cNvSpPr/>
          <p:nvPr/>
        </p:nvSpPr>
        <p:spPr>
          <a:xfrm>
            <a:off x="10488168" y="1669694"/>
            <a:ext cx="3200" cy="1356970"/>
          </a:xfrm>
          <a:prstGeom prst="rect">
            <a:avLst/>
          </a:prstGeom>
          <a:solidFill>
            <a:srgbClr val="DADADA"/>
          </a:solidFill>
          <a:ln w="12700">
            <a:solidFill>
              <a:srgbClr val="DADADA"/>
            </a:solidFill>
            <a:prstDash val="solid"/>
          </a:ln>
        </p:spPr>
      </p:sp>
      <p:sp>
        <p:nvSpPr>
          <p:cNvPr id="174" name="Shape 172"/>
          <p:cNvSpPr/>
          <p:nvPr/>
        </p:nvSpPr>
        <p:spPr>
          <a:xfrm>
            <a:off x="10667390" y="1669694"/>
            <a:ext cx="3200" cy="1356970"/>
          </a:xfrm>
          <a:prstGeom prst="rect">
            <a:avLst/>
          </a:prstGeom>
          <a:solidFill>
            <a:srgbClr val="DADADA"/>
          </a:solidFill>
          <a:ln w="12700">
            <a:solidFill>
              <a:srgbClr val="DADADA"/>
            </a:solidFill>
            <a:prstDash val="solid"/>
          </a:ln>
        </p:spPr>
      </p:sp>
      <p:sp>
        <p:nvSpPr>
          <p:cNvPr id="175" name="Shape 173"/>
          <p:cNvSpPr/>
          <p:nvPr/>
        </p:nvSpPr>
        <p:spPr>
          <a:xfrm>
            <a:off x="10846613" y="1669694"/>
            <a:ext cx="3200" cy="1356970"/>
          </a:xfrm>
          <a:prstGeom prst="rect">
            <a:avLst/>
          </a:prstGeom>
          <a:solidFill>
            <a:srgbClr val="DADADA"/>
          </a:solidFill>
          <a:ln w="12700">
            <a:solidFill>
              <a:srgbClr val="DADADA"/>
            </a:solidFill>
            <a:prstDash val="solid"/>
          </a:ln>
        </p:spPr>
      </p:sp>
      <p:sp>
        <p:nvSpPr>
          <p:cNvPr id="176" name="Shape 174"/>
          <p:cNvSpPr/>
          <p:nvPr/>
        </p:nvSpPr>
        <p:spPr>
          <a:xfrm>
            <a:off x="11025835" y="1669694"/>
            <a:ext cx="3200" cy="1356970"/>
          </a:xfrm>
          <a:prstGeom prst="rect">
            <a:avLst/>
          </a:prstGeom>
          <a:solidFill>
            <a:srgbClr val="DADADA"/>
          </a:solidFill>
          <a:ln w="12700">
            <a:solidFill>
              <a:srgbClr val="DADADA"/>
            </a:solidFill>
            <a:prstDash val="solid"/>
          </a:ln>
        </p:spPr>
      </p:sp>
      <p:sp>
        <p:nvSpPr>
          <p:cNvPr id="177" name="Shape 175"/>
          <p:cNvSpPr/>
          <p:nvPr/>
        </p:nvSpPr>
        <p:spPr>
          <a:xfrm>
            <a:off x="8247888" y="1759306"/>
            <a:ext cx="2848356" cy="3200"/>
          </a:xfrm>
          <a:prstGeom prst="rect">
            <a:avLst/>
          </a:prstGeom>
          <a:solidFill>
            <a:srgbClr val="DADADA"/>
          </a:solidFill>
          <a:ln w="12700">
            <a:solidFill>
              <a:srgbClr val="DADADA"/>
            </a:solidFill>
            <a:prstDash val="solid"/>
          </a:ln>
        </p:spPr>
      </p:sp>
      <p:sp>
        <p:nvSpPr>
          <p:cNvPr id="178" name="Shape 176"/>
          <p:cNvSpPr/>
          <p:nvPr/>
        </p:nvSpPr>
        <p:spPr>
          <a:xfrm>
            <a:off x="8247888" y="1938528"/>
            <a:ext cx="2848356" cy="3200"/>
          </a:xfrm>
          <a:prstGeom prst="rect">
            <a:avLst/>
          </a:prstGeom>
          <a:solidFill>
            <a:srgbClr val="DADADA"/>
          </a:solidFill>
          <a:ln w="12700">
            <a:solidFill>
              <a:srgbClr val="DADADA"/>
            </a:solidFill>
            <a:prstDash val="solid"/>
          </a:ln>
        </p:spPr>
      </p:sp>
      <p:sp>
        <p:nvSpPr>
          <p:cNvPr id="179" name="Shape 177"/>
          <p:cNvSpPr/>
          <p:nvPr/>
        </p:nvSpPr>
        <p:spPr>
          <a:xfrm>
            <a:off x="8247888" y="2117750"/>
            <a:ext cx="2848356" cy="3200"/>
          </a:xfrm>
          <a:prstGeom prst="rect">
            <a:avLst/>
          </a:prstGeom>
          <a:solidFill>
            <a:srgbClr val="DADADA"/>
          </a:solidFill>
          <a:ln w="12700">
            <a:solidFill>
              <a:srgbClr val="DADADA"/>
            </a:solidFill>
            <a:prstDash val="solid"/>
          </a:ln>
        </p:spPr>
      </p:sp>
      <p:sp>
        <p:nvSpPr>
          <p:cNvPr id="180" name="Shape 178"/>
          <p:cNvSpPr/>
          <p:nvPr/>
        </p:nvSpPr>
        <p:spPr>
          <a:xfrm>
            <a:off x="8247888" y="2296973"/>
            <a:ext cx="2848356" cy="3200"/>
          </a:xfrm>
          <a:prstGeom prst="rect">
            <a:avLst/>
          </a:prstGeom>
          <a:solidFill>
            <a:srgbClr val="DADADA"/>
          </a:solidFill>
          <a:ln w="12700">
            <a:solidFill>
              <a:srgbClr val="DADADA"/>
            </a:solidFill>
            <a:prstDash val="solid"/>
          </a:ln>
        </p:spPr>
      </p:sp>
      <p:sp>
        <p:nvSpPr>
          <p:cNvPr id="181" name="Shape 179"/>
          <p:cNvSpPr/>
          <p:nvPr/>
        </p:nvSpPr>
        <p:spPr>
          <a:xfrm>
            <a:off x="8247888" y="2476195"/>
            <a:ext cx="2848356" cy="3200"/>
          </a:xfrm>
          <a:prstGeom prst="rect">
            <a:avLst/>
          </a:prstGeom>
          <a:solidFill>
            <a:srgbClr val="DADADA"/>
          </a:solidFill>
          <a:ln w="12700">
            <a:solidFill>
              <a:srgbClr val="DADADA"/>
            </a:solidFill>
            <a:prstDash val="solid"/>
          </a:ln>
        </p:spPr>
      </p:sp>
      <p:sp>
        <p:nvSpPr>
          <p:cNvPr id="182" name="Shape 180"/>
          <p:cNvSpPr/>
          <p:nvPr/>
        </p:nvSpPr>
        <p:spPr>
          <a:xfrm>
            <a:off x="8247888" y="2655418"/>
            <a:ext cx="2848356" cy="3200"/>
          </a:xfrm>
          <a:prstGeom prst="rect">
            <a:avLst/>
          </a:prstGeom>
          <a:solidFill>
            <a:srgbClr val="DADADA"/>
          </a:solidFill>
          <a:ln w="12700">
            <a:solidFill>
              <a:srgbClr val="DADADA"/>
            </a:solidFill>
            <a:prstDash val="solid"/>
          </a:ln>
        </p:spPr>
      </p:sp>
      <p:sp>
        <p:nvSpPr>
          <p:cNvPr id="183" name="Shape 181"/>
          <p:cNvSpPr/>
          <p:nvPr/>
        </p:nvSpPr>
        <p:spPr>
          <a:xfrm>
            <a:off x="8247888" y="2834640"/>
            <a:ext cx="2848356" cy="3200"/>
          </a:xfrm>
          <a:prstGeom prst="rect">
            <a:avLst/>
          </a:prstGeom>
          <a:solidFill>
            <a:srgbClr val="DADADA"/>
          </a:solidFill>
          <a:ln w="12700">
            <a:solidFill>
              <a:srgbClr val="DADADA"/>
            </a:solidFill>
            <a:prstDash val="solid"/>
          </a:ln>
        </p:spPr>
      </p:sp>
      <p:sp>
        <p:nvSpPr>
          <p:cNvPr id="184" name="Shape 182"/>
          <p:cNvSpPr/>
          <p:nvPr/>
        </p:nvSpPr>
        <p:spPr>
          <a:xfrm>
            <a:off x="8247888" y="3013862"/>
            <a:ext cx="2848356" cy="3200"/>
          </a:xfrm>
          <a:prstGeom prst="rect">
            <a:avLst/>
          </a:prstGeom>
          <a:solidFill>
            <a:srgbClr val="DADADA"/>
          </a:solidFill>
          <a:ln w="12700">
            <a:solidFill>
              <a:srgbClr val="DADADA"/>
            </a:solidFill>
            <a:prstDash val="solid"/>
          </a:ln>
        </p:spPr>
      </p:sp>
      <p:sp>
        <p:nvSpPr>
          <p:cNvPr id="185" name="Shape 183"/>
          <p:cNvSpPr/>
          <p:nvPr/>
        </p:nvSpPr>
        <p:spPr>
          <a:xfrm>
            <a:off x="11096244" y="1554480"/>
            <a:ext cx="672084" cy="1472184"/>
          </a:xfrm>
          <a:prstGeom prst="rect">
            <a:avLst/>
          </a:prstGeom>
          <a:solidFill>
            <a:srgbClr val="ECECEC"/>
          </a:solidFill>
          <a:ln w="6350">
            <a:solidFill>
              <a:srgbClr val="D2D0CB"/>
            </a:solidFill>
            <a:prstDash val="solid"/>
          </a:ln>
        </p:spPr>
      </p:sp>
      <p:sp>
        <p:nvSpPr>
          <p:cNvPr id="186" name="Shape 184"/>
          <p:cNvSpPr/>
          <p:nvPr/>
        </p:nvSpPr>
        <p:spPr>
          <a:xfrm>
            <a:off x="11288268" y="1586484"/>
            <a:ext cx="83210" cy="83210"/>
          </a:xfrm>
          <a:prstGeom prst="ellipse">
            <a:avLst/>
          </a:prstGeom>
          <a:solidFill>
            <a:srgbClr val="8E44E0"/>
          </a:solidFill>
          <a:ln w="12700">
            <a:solidFill>
              <a:srgbClr val="8E44E0"/>
            </a:solidFill>
            <a:prstDash val="solid"/>
          </a:ln>
        </p:spPr>
      </p:sp>
      <p:sp>
        <p:nvSpPr>
          <p:cNvPr id="187" name="Shape 185"/>
          <p:cNvSpPr/>
          <p:nvPr/>
        </p:nvSpPr>
        <p:spPr>
          <a:xfrm>
            <a:off x="11390681" y="1586484"/>
            <a:ext cx="83210" cy="83210"/>
          </a:xfrm>
          <a:prstGeom prst="ellipse">
            <a:avLst/>
          </a:prstGeom>
          <a:solidFill>
            <a:srgbClr val="7A7A7A"/>
          </a:solidFill>
          <a:ln w="12700">
            <a:solidFill>
              <a:srgbClr val="7A7A7A"/>
            </a:solidFill>
            <a:prstDash val="solid"/>
          </a:ln>
        </p:spPr>
      </p:sp>
      <p:sp>
        <p:nvSpPr>
          <p:cNvPr id="188" name="Shape 186"/>
          <p:cNvSpPr/>
          <p:nvPr/>
        </p:nvSpPr>
        <p:spPr>
          <a:xfrm>
            <a:off x="11493094" y="1586484"/>
            <a:ext cx="83210" cy="83210"/>
          </a:xfrm>
          <a:prstGeom prst="ellipse">
            <a:avLst/>
          </a:prstGeom>
          <a:solidFill>
            <a:srgbClr val="7A7A7A"/>
          </a:solidFill>
          <a:ln w="12700">
            <a:solidFill>
              <a:srgbClr val="7A7A7A"/>
            </a:solidFill>
            <a:prstDash val="solid"/>
          </a:ln>
        </p:spPr>
      </p:sp>
      <p:sp>
        <p:nvSpPr>
          <p:cNvPr id="189" name="Shape 187"/>
          <p:cNvSpPr/>
          <p:nvPr/>
        </p:nvSpPr>
        <p:spPr>
          <a:xfrm>
            <a:off x="11288268" y="1688897"/>
            <a:ext cx="83210" cy="83210"/>
          </a:xfrm>
          <a:prstGeom prst="ellipse">
            <a:avLst/>
          </a:prstGeom>
          <a:solidFill>
            <a:srgbClr val="F5C400"/>
          </a:solidFill>
          <a:ln w="12700">
            <a:solidFill>
              <a:srgbClr val="F5C400"/>
            </a:solidFill>
            <a:prstDash val="solid"/>
          </a:ln>
        </p:spPr>
      </p:sp>
      <p:sp>
        <p:nvSpPr>
          <p:cNvPr id="190" name="Shape 188"/>
          <p:cNvSpPr/>
          <p:nvPr/>
        </p:nvSpPr>
        <p:spPr>
          <a:xfrm>
            <a:off x="11390681" y="1688897"/>
            <a:ext cx="83210" cy="83210"/>
          </a:xfrm>
          <a:prstGeom prst="ellipse">
            <a:avLst/>
          </a:prstGeom>
          <a:solidFill>
            <a:srgbClr val="F5C400"/>
          </a:solidFill>
          <a:ln w="12700">
            <a:solidFill>
              <a:srgbClr val="F5C400"/>
            </a:solidFill>
            <a:prstDash val="solid"/>
          </a:ln>
        </p:spPr>
      </p:sp>
      <p:sp>
        <p:nvSpPr>
          <p:cNvPr id="191" name="Shape 189"/>
          <p:cNvSpPr/>
          <p:nvPr/>
        </p:nvSpPr>
        <p:spPr>
          <a:xfrm>
            <a:off x="11493094" y="1688897"/>
            <a:ext cx="83210" cy="83210"/>
          </a:xfrm>
          <a:prstGeom prst="ellipse">
            <a:avLst/>
          </a:prstGeom>
          <a:solidFill>
            <a:srgbClr val="8B0000"/>
          </a:solidFill>
          <a:ln w="12700">
            <a:solidFill>
              <a:srgbClr val="8B0000"/>
            </a:solidFill>
            <a:prstDash val="solid"/>
          </a:ln>
        </p:spPr>
      </p:sp>
      <p:sp>
        <p:nvSpPr>
          <p:cNvPr id="192" name="Shape 190"/>
          <p:cNvSpPr/>
          <p:nvPr/>
        </p:nvSpPr>
        <p:spPr>
          <a:xfrm>
            <a:off x="11288268" y="1791310"/>
            <a:ext cx="83210" cy="83210"/>
          </a:xfrm>
          <a:prstGeom prst="ellipse">
            <a:avLst/>
          </a:prstGeom>
          <a:solidFill>
            <a:srgbClr val="2FB94A"/>
          </a:solidFill>
          <a:ln w="12700">
            <a:solidFill>
              <a:srgbClr val="2FB94A"/>
            </a:solidFill>
            <a:prstDash val="solid"/>
          </a:ln>
        </p:spPr>
      </p:sp>
      <p:sp>
        <p:nvSpPr>
          <p:cNvPr id="193" name="Shape 191"/>
          <p:cNvSpPr/>
          <p:nvPr/>
        </p:nvSpPr>
        <p:spPr>
          <a:xfrm>
            <a:off x="11390681" y="1791310"/>
            <a:ext cx="83210" cy="83210"/>
          </a:xfrm>
          <a:prstGeom prst="ellipse">
            <a:avLst/>
          </a:prstGeom>
          <a:solidFill>
            <a:srgbClr val="C9A07A"/>
          </a:solidFill>
          <a:ln w="12700">
            <a:solidFill>
              <a:srgbClr val="C9A07A"/>
            </a:solidFill>
            <a:prstDash val="solid"/>
          </a:ln>
        </p:spPr>
      </p:sp>
      <p:sp>
        <p:nvSpPr>
          <p:cNvPr id="194" name="Shape 192"/>
          <p:cNvSpPr/>
          <p:nvPr/>
        </p:nvSpPr>
        <p:spPr>
          <a:xfrm>
            <a:off x="11493094" y="1791310"/>
            <a:ext cx="83210" cy="83210"/>
          </a:xfrm>
          <a:prstGeom prst="ellipse">
            <a:avLst/>
          </a:prstGeom>
          <a:solidFill>
            <a:srgbClr val="C9A07A"/>
          </a:solidFill>
          <a:ln w="12700">
            <a:solidFill>
              <a:srgbClr val="C9A07A"/>
            </a:solidFill>
            <a:prstDash val="solid"/>
          </a:ln>
        </p:spPr>
      </p:sp>
      <p:sp>
        <p:nvSpPr>
          <p:cNvPr id="195" name="Shape 193"/>
          <p:cNvSpPr/>
          <p:nvPr/>
        </p:nvSpPr>
        <p:spPr>
          <a:xfrm>
            <a:off x="11240262" y="2514600"/>
            <a:ext cx="384048" cy="86411"/>
          </a:xfrm>
          <a:prstGeom prst="rect">
            <a:avLst/>
          </a:prstGeom>
          <a:solidFill>
            <a:srgbClr val="8E7A9E"/>
          </a:solidFill>
          <a:ln w="12700">
            <a:solidFill>
              <a:srgbClr val="8E7A9E"/>
            </a:solidFill>
            <a:prstDash val="solid"/>
          </a:ln>
        </p:spPr>
      </p:sp>
      <p:sp>
        <p:nvSpPr>
          <p:cNvPr id="196" name="Shape 194"/>
          <p:cNvSpPr/>
          <p:nvPr/>
        </p:nvSpPr>
        <p:spPr>
          <a:xfrm>
            <a:off x="11627510" y="2521001"/>
            <a:ext cx="12802" cy="73609"/>
          </a:xfrm>
          <a:prstGeom prst="rect">
            <a:avLst/>
          </a:prstGeom>
          <a:solidFill>
            <a:srgbClr val="2FB94A"/>
          </a:solidFill>
          <a:ln w="12700">
            <a:solidFill>
              <a:srgbClr val="2FB94A"/>
            </a:solidFill>
            <a:prstDash val="solid"/>
          </a:ln>
        </p:spPr>
      </p:sp>
      <p:sp>
        <p:nvSpPr>
          <p:cNvPr id="197" name="Shape 195"/>
          <p:cNvSpPr/>
          <p:nvPr/>
        </p:nvSpPr>
        <p:spPr>
          <a:xfrm>
            <a:off x="11240262" y="2613812"/>
            <a:ext cx="384048" cy="86411"/>
          </a:xfrm>
          <a:prstGeom prst="rect">
            <a:avLst/>
          </a:prstGeom>
          <a:solidFill>
            <a:srgbClr val="C9A7E6"/>
          </a:solidFill>
          <a:ln w="12700">
            <a:solidFill>
              <a:srgbClr val="C9A7E6"/>
            </a:solidFill>
            <a:prstDash val="solid"/>
          </a:ln>
        </p:spPr>
      </p:sp>
      <p:sp>
        <p:nvSpPr>
          <p:cNvPr id="198" name="Shape 196"/>
          <p:cNvSpPr/>
          <p:nvPr/>
        </p:nvSpPr>
        <p:spPr>
          <a:xfrm>
            <a:off x="11627510" y="2620213"/>
            <a:ext cx="12802" cy="73609"/>
          </a:xfrm>
          <a:prstGeom prst="rect">
            <a:avLst/>
          </a:prstGeom>
          <a:solidFill>
            <a:srgbClr val="2FB94A"/>
          </a:solidFill>
          <a:ln w="12700">
            <a:solidFill>
              <a:srgbClr val="2FB94A"/>
            </a:solidFill>
            <a:prstDash val="solid"/>
          </a:ln>
        </p:spPr>
      </p:sp>
      <p:sp>
        <p:nvSpPr>
          <p:cNvPr id="199" name="Shape 197"/>
          <p:cNvSpPr/>
          <p:nvPr/>
        </p:nvSpPr>
        <p:spPr>
          <a:xfrm>
            <a:off x="11115446" y="2725826"/>
            <a:ext cx="633679" cy="40005"/>
          </a:xfrm>
          <a:prstGeom prst="rect">
            <a:avLst/>
          </a:prstGeom>
          <a:solidFill>
            <a:srgbClr val="E68FE0"/>
          </a:solidFill>
          <a:ln w="12700">
            <a:solidFill>
              <a:srgbClr val="E68FE0"/>
            </a:solidFill>
            <a:prstDash val="solid"/>
          </a:ln>
        </p:spPr>
      </p:sp>
      <p:sp>
        <p:nvSpPr>
          <p:cNvPr id="200" name="Shape 198"/>
          <p:cNvSpPr/>
          <p:nvPr/>
        </p:nvSpPr>
        <p:spPr>
          <a:xfrm>
            <a:off x="11115446" y="2775433"/>
            <a:ext cx="633679" cy="40005"/>
          </a:xfrm>
          <a:prstGeom prst="rect">
            <a:avLst/>
          </a:prstGeom>
          <a:solidFill>
            <a:srgbClr val="FFA500"/>
          </a:solidFill>
          <a:ln w="12700">
            <a:solidFill>
              <a:srgbClr val="FFA500"/>
            </a:solidFill>
            <a:prstDash val="solid"/>
          </a:ln>
        </p:spPr>
      </p:sp>
      <p:sp>
        <p:nvSpPr>
          <p:cNvPr id="201" name="Shape 199"/>
          <p:cNvSpPr/>
          <p:nvPr/>
        </p:nvSpPr>
        <p:spPr>
          <a:xfrm>
            <a:off x="11115446" y="2825039"/>
            <a:ext cx="633679" cy="40005"/>
          </a:xfrm>
          <a:prstGeom prst="rect">
            <a:avLst/>
          </a:prstGeom>
          <a:solidFill>
            <a:srgbClr val="90EE90"/>
          </a:solidFill>
          <a:ln w="12700">
            <a:solidFill>
              <a:srgbClr val="90EE90"/>
            </a:solidFill>
            <a:prstDash val="solid"/>
          </a:ln>
        </p:spPr>
      </p:sp>
      <p:sp>
        <p:nvSpPr>
          <p:cNvPr id="202" name="Shape 200"/>
          <p:cNvSpPr/>
          <p:nvPr/>
        </p:nvSpPr>
        <p:spPr>
          <a:xfrm>
            <a:off x="11115446" y="2874645"/>
            <a:ext cx="633679" cy="40005"/>
          </a:xfrm>
          <a:prstGeom prst="rect">
            <a:avLst/>
          </a:prstGeom>
          <a:solidFill>
            <a:srgbClr val="FF6B6B"/>
          </a:solidFill>
          <a:ln w="12700">
            <a:solidFill>
              <a:srgbClr val="FF6B6B"/>
            </a:solidFill>
            <a:prstDash val="solid"/>
          </a:ln>
        </p:spPr>
      </p:sp>
      <p:sp>
        <p:nvSpPr>
          <p:cNvPr id="203" name="Shape 201"/>
          <p:cNvSpPr/>
          <p:nvPr/>
        </p:nvSpPr>
        <p:spPr>
          <a:xfrm>
            <a:off x="11115446" y="2924251"/>
            <a:ext cx="633679" cy="40005"/>
          </a:xfrm>
          <a:prstGeom prst="rect">
            <a:avLst/>
          </a:prstGeom>
          <a:solidFill>
            <a:srgbClr val="7FB2E5"/>
          </a:solidFill>
          <a:ln w="12700">
            <a:solidFill>
              <a:srgbClr val="7FB2E5"/>
            </a:solidFill>
            <a:prstDash val="solid"/>
          </a:ln>
        </p:spPr>
      </p:sp>
      <p:sp>
        <p:nvSpPr>
          <p:cNvPr id="204" name="Shape 202"/>
          <p:cNvSpPr/>
          <p:nvPr/>
        </p:nvSpPr>
        <p:spPr>
          <a:xfrm>
            <a:off x="11115446" y="2973857"/>
            <a:ext cx="633679" cy="40005"/>
          </a:xfrm>
          <a:prstGeom prst="rect">
            <a:avLst/>
          </a:prstGeom>
          <a:solidFill>
            <a:srgbClr val="B0B0B0"/>
          </a:solidFill>
          <a:ln w="12700">
            <a:solidFill>
              <a:srgbClr val="B0B0B0"/>
            </a:solidFill>
            <a:prstDash val="solid"/>
          </a:ln>
        </p:spPr>
      </p:sp>
      <p:sp>
        <p:nvSpPr>
          <p:cNvPr id="205" name="Shape 203"/>
          <p:cNvSpPr/>
          <p:nvPr/>
        </p:nvSpPr>
        <p:spPr>
          <a:xfrm>
            <a:off x="11736324" y="1554480"/>
            <a:ext cx="32004" cy="1472184"/>
          </a:xfrm>
          <a:prstGeom prst="rect">
            <a:avLst/>
          </a:prstGeom>
          <a:solidFill>
            <a:srgbClr val="DEDCD7"/>
          </a:solidFill>
          <a:ln w="6350">
            <a:solidFill>
              <a:srgbClr val="CBC8C1"/>
            </a:solidFill>
            <a:prstDash val="solid"/>
          </a:ln>
        </p:spPr>
      </p:sp>
      <p:sp>
        <p:nvSpPr>
          <p:cNvPr id="206" name="Shape 204"/>
          <p:cNvSpPr/>
          <p:nvPr/>
        </p:nvSpPr>
        <p:spPr>
          <a:xfrm>
            <a:off x="11733124" y="2956255"/>
            <a:ext cx="38405" cy="38405"/>
          </a:xfrm>
          <a:prstGeom prst="ellipse">
            <a:avLst/>
          </a:prstGeom>
          <a:solidFill>
            <a:srgbClr val="A34D92"/>
          </a:solidFill>
          <a:ln w="12700">
            <a:solidFill>
              <a:srgbClr val="A34D92"/>
            </a:solidFill>
            <a:prstDash val="solid"/>
          </a:ln>
        </p:spPr>
      </p:sp>
      <p:sp>
        <p:nvSpPr>
          <p:cNvPr id="207" name="Shape 205"/>
          <p:cNvSpPr/>
          <p:nvPr/>
        </p:nvSpPr>
        <p:spPr>
          <a:xfrm>
            <a:off x="11320272" y="1554480"/>
            <a:ext cx="448056" cy="1472184"/>
          </a:xfrm>
          <a:prstGeom prst="rect">
            <a:avLst/>
          </a:prstGeom>
          <a:solidFill>
            <a:srgbClr val="ECECEC"/>
          </a:solidFill>
          <a:ln w="6350">
            <a:solidFill>
              <a:srgbClr val="D2D0CB"/>
            </a:solidFill>
            <a:prstDash val="solid"/>
          </a:ln>
          <a:effectLst>
            <a:outerShdw sx="100000" sy="100000" kx="0" ky="0" algn="bl" rotWithShape="0" blurRad="76200" dist="38100" dir="10800000">
              <a:srgbClr val="000000">
                <a:alpha val="25000"/>
              </a:srgbClr>
            </a:outerShdw>
          </a:effectLst>
        </p:spPr>
      </p:sp>
      <p:sp>
        <p:nvSpPr>
          <p:cNvPr id="208" name="Shape 206"/>
          <p:cNvSpPr/>
          <p:nvPr/>
        </p:nvSpPr>
        <p:spPr>
          <a:xfrm>
            <a:off x="11339474" y="1580083"/>
            <a:ext cx="409651" cy="128016"/>
          </a:xfrm>
          <a:prstGeom prst="rect">
            <a:avLst/>
          </a:prstGeom>
          <a:solidFill>
            <a:srgbClr val="F4F4F4"/>
          </a:solidFill>
          <a:ln w="12700">
            <a:solidFill>
              <a:srgbClr val="000000"/>
            </a:solidFill>
            <a:prstDash val="solid"/>
          </a:ln>
        </p:spPr>
      </p:sp>
      <p:sp>
        <p:nvSpPr>
          <p:cNvPr id="209" name="Text 207"/>
          <p:cNvSpPr txBox="1"/>
          <p:nvPr/>
        </p:nvSpPr>
        <p:spPr>
          <a:xfrm>
            <a:off x="11339474" y="1580083"/>
            <a:ext cx="409651" cy="128016"/>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a:t>
            </a:r>
            <a:endParaRPr lang="en-US" sz="600" dirty="0"/>
          </a:p>
        </p:txBody>
      </p:sp>
      <p:sp>
        <p:nvSpPr>
          <p:cNvPr id="210" name="Shape 208"/>
          <p:cNvSpPr/>
          <p:nvPr/>
        </p:nvSpPr>
        <p:spPr>
          <a:xfrm>
            <a:off x="11339474" y="1746504"/>
            <a:ext cx="409651" cy="64008"/>
          </a:xfrm>
          <a:prstGeom prst="rect">
            <a:avLst/>
          </a:prstGeom>
          <a:solidFill>
            <a:srgbClr val="B9B4AE"/>
          </a:solidFill>
          <a:ln w="12700">
            <a:solidFill>
              <a:srgbClr val="B9B4AE"/>
            </a:solidFill>
            <a:prstDash val="solid"/>
          </a:ln>
        </p:spPr>
      </p:sp>
      <p:sp>
        <p:nvSpPr>
          <p:cNvPr id="211" name="Text 209"/>
          <p:cNvSpPr txBox="1"/>
          <p:nvPr/>
        </p:nvSpPr>
        <p:spPr>
          <a:xfrm>
            <a:off x="11358677" y="1746504"/>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212" name="Text 210"/>
          <p:cNvSpPr txBox="1"/>
          <p:nvPr/>
        </p:nvSpPr>
        <p:spPr>
          <a:xfrm>
            <a:off x="11358677" y="1823314"/>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213" name="Text 211"/>
          <p:cNvSpPr txBox="1"/>
          <p:nvPr/>
        </p:nvSpPr>
        <p:spPr>
          <a:xfrm>
            <a:off x="11358677" y="1900123"/>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214" name="Shape 212"/>
          <p:cNvSpPr/>
          <p:nvPr/>
        </p:nvSpPr>
        <p:spPr>
          <a:xfrm>
            <a:off x="11339474" y="1976933"/>
            <a:ext cx="409651" cy="64008"/>
          </a:xfrm>
          <a:prstGeom prst="rect">
            <a:avLst/>
          </a:prstGeom>
          <a:solidFill>
            <a:srgbClr val="B9B4AE"/>
          </a:solidFill>
          <a:ln w="12700">
            <a:solidFill>
              <a:srgbClr val="B9B4AE"/>
            </a:solidFill>
            <a:prstDash val="solid"/>
          </a:ln>
        </p:spPr>
      </p:sp>
      <p:sp>
        <p:nvSpPr>
          <p:cNvPr id="215" name="Text 213"/>
          <p:cNvSpPr txBox="1"/>
          <p:nvPr/>
        </p:nvSpPr>
        <p:spPr>
          <a:xfrm>
            <a:off x="11358677" y="1976933"/>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2</a:t>
            </a:r>
            <a:endParaRPr lang="en-US" sz="500" dirty="0"/>
          </a:p>
        </p:txBody>
      </p:sp>
      <p:sp>
        <p:nvSpPr>
          <p:cNvPr id="216" name="Shape 214"/>
          <p:cNvSpPr/>
          <p:nvPr/>
        </p:nvSpPr>
        <p:spPr>
          <a:xfrm>
            <a:off x="11665915" y="2924251"/>
            <a:ext cx="76810" cy="76810"/>
          </a:xfrm>
          <a:prstGeom prst="ellipse">
            <a:avLst/>
          </a:prstGeom>
          <a:solidFill>
            <a:srgbClr val="A34D92"/>
          </a:solidFill>
          <a:ln w="12700">
            <a:solidFill>
              <a:srgbClr val="A34D92"/>
            </a:solidFill>
            <a:prstDash val="solid"/>
          </a:ln>
        </p:spPr>
      </p:sp>
      <p:sp>
        <p:nvSpPr>
          <p:cNvPr id="217" name="Shape 215"/>
          <p:cNvSpPr/>
          <p:nvPr/>
        </p:nvSpPr>
        <p:spPr>
          <a:xfrm>
            <a:off x="11691518" y="2949854"/>
            <a:ext cx="25603" cy="25603"/>
          </a:xfrm>
          <a:prstGeom prst="ellipse">
            <a:avLst/>
          </a:prstGeom>
          <a:solidFill>
            <a:srgbClr val="FFFFFF"/>
          </a:solidFill>
          <a:ln w="12700">
            <a:solidFill>
              <a:srgbClr val="FFFFFF"/>
            </a:solidFill>
            <a:prstDash val="solid"/>
          </a:ln>
        </p:spPr>
      </p:sp>
      <p:sp>
        <p:nvSpPr>
          <p:cNvPr id="218" name="Text 216"/>
          <p:cNvSpPr txBox="1"/>
          <p:nvPr/>
        </p:nvSpPr>
        <p:spPr>
          <a:xfrm>
            <a:off x="8247888" y="3081528"/>
            <a:ext cx="35204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canvas 890 · overlay 140</a:t>
            </a:r>
            <a:endParaRPr lang="en-US" sz="950" dirty="0"/>
          </a:p>
        </p:txBody>
      </p:sp>
      <p:sp>
        <p:nvSpPr>
          <p:cNvPr id="219" name="Text 217"/>
          <p:cNvSpPr txBox="1"/>
          <p:nvPr/>
        </p:nvSpPr>
        <p:spPr>
          <a:xfrm>
            <a:off x="8247888" y="3392424"/>
            <a:ext cx="3520440" cy="91440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Hovering the strip slides the column over the canvas. Nothing else moves. Pin shows tilted.</a:t>
            </a:r>
            <a:endParaRPr lang="en-US" sz="1250" dirty="0"/>
          </a:p>
        </p:txBody>
      </p:sp>
      <p:sp>
        <p:nvSpPr>
          <p:cNvPr id="220" name="Shape 218"/>
          <p:cNvSpPr/>
          <p:nvPr/>
        </p:nvSpPr>
        <p:spPr>
          <a:xfrm>
            <a:off x="4114800" y="2144268"/>
            <a:ext cx="237744" cy="292608"/>
          </a:xfrm>
          <a:prstGeom prst="rightArrow">
            <a:avLst/>
          </a:prstGeom>
          <a:solidFill>
            <a:srgbClr val="B9B4AE"/>
          </a:solidFill>
          <a:ln w="12700">
            <a:solidFill>
              <a:srgbClr val="B9B4AE"/>
            </a:solidFill>
            <a:prstDash val="solid"/>
          </a:ln>
        </p:spPr>
      </p:sp>
      <p:sp>
        <p:nvSpPr>
          <p:cNvPr id="221" name="Shape 219"/>
          <p:cNvSpPr/>
          <p:nvPr/>
        </p:nvSpPr>
        <p:spPr>
          <a:xfrm>
            <a:off x="7964424" y="2144268"/>
            <a:ext cx="237744" cy="292608"/>
          </a:xfrm>
          <a:prstGeom prst="rightArrow">
            <a:avLst/>
          </a:prstGeom>
          <a:solidFill>
            <a:srgbClr val="B9B4AE"/>
          </a:solidFill>
          <a:ln w="12700">
            <a:solidFill>
              <a:srgbClr val="B9B4AE"/>
            </a:solidFill>
            <a:prstDash val="solid"/>
          </a:ln>
        </p:spPr>
      </p:sp>
      <p:sp>
        <p:nvSpPr>
          <p:cNvPr id="222" name="Shape 220"/>
          <p:cNvSpPr/>
          <p:nvPr/>
        </p:nvSpPr>
        <p:spPr>
          <a:xfrm>
            <a:off x="548640" y="4352544"/>
            <a:ext cx="11064240" cy="914400"/>
          </a:xfrm>
          <a:prstGeom prst="roundRect">
            <a:avLst>
              <a:gd name="adj" fmla="val 8000"/>
            </a:avLst>
          </a:prstGeom>
          <a:solidFill>
            <a:srgbClr val="F3F2EF"/>
          </a:solidFill>
          <a:ln w="9525">
            <a:solidFill>
              <a:srgbClr val="DCD9D2"/>
            </a:solidFill>
            <a:prstDash val="solid"/>
          </a:ln>
        </p:spPr>
      </p:sp>
      <p:sp>
        <p:nvSpPr>
          <p:cNvPr id="223" name="Text 221"/>
          <p:cNvSpPr txBox="1"/>
          <p:nvPr/>
        </p:nvSpPr>
        <p:spPr>
          <a:xfrm>
            <a:off x="777240" y="4489704"/>
            <a:ext cx="10607040" cy="73152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Transitions   Pinned → Auto-hide: click the pin.   Auto-hide → Peek: hover the edge strip for 200 ms, or click it.   Peek → Auto-hide: move the mouse off the panel.   Peek → Pinned: click the pin while peeked.   Anywhere: Ctrl+G toggles pinned and auto-hide.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1 · B1 hover pin with peek</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7</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B1 · STEP BY STEP</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Hide, peek, and pin it back</a:t>
            </a:r>
            <a:endParaRPr lang="en-US" sz="3200" dirty="0"/>
          </a:p>
        </p:txBody>
      </p:sp>
      <p:sp>
        <p:nvSpPr>
          <p:cNvPr id="6" name="Shape 4"/>
          <p:cNvSpPr/>
          <p:nvPr/>
        </p:nvSpPr>
        <p:spPr>
          <a:xfrm>
            <a:off x="548640" y="1344168"/>
            <a:ext cx="347472" cy="347472"/>
          </a:xfrm>
          <a:prstGeom prst="ellipse">
            <a:avLst/>
          </a:prstGeom>
          <a:solidFill>
            <a:srgbClr val="C2410C"/>
          </a:solidFill>
          <a:ln w="12700">
            <a:solidFill>
              <a:srgbClr val="C2410C"/>
            </a:solidFill>
            <a:prstDash val="solid"/>
          </a:ln>
        </p:spPr>
      </p:sp>
      <p:sp>
        <p:nvSpPr>
          <p:cNvPr id="7" name="Text 5"/>
          <p:cNvSpPr txBox="1"/>
          <p:nvPr/>
        </p:nvSpPr>
        <p:spPr>
          <a:xfrm>
            <a:off x="548640" y="13441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51560" y="132588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Hover the group column</a:t>
            </a:r>
            <a:endParaRPr lang="en-US" sz="1500" dirty="0"/>
          </a:p>
        </p:txBody>
      </p:sp>
      <p:sp>
        <p:nvSpPr>
          <p:cNvPr id="9" name="Text 7"/>
          <p:cNvSpPr txBox="1"/>
          <p:nvPr/>
        </p:nvSpPr>
        <p:spPr>
          <a:xfrm>
            <a:off x="1051560" y="170992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The pin brightens from faint to full in the bottom far corner. Tooltip: "Auto-hide groups".</a:t>
            </a:r>
            <a:endParaRPr lang="en-US" sz="1200" dirty="0"/>
          </a:p>
        </p:txBody>
      </p:sp>
      <p:sp>
        <p:nvSpPr>
          <p:cNvPr id="10" name="Shape 8"/>
          <p:cNvSpPr/>
          <p:nvPr/>
        </p:nvSpPr>
        <p:spPr>
          <a:xfrm>
            <a:off x="548640" y="2990088"/>
            <a:ext cx="347472" cy="347472"/>
          </a:xfrm>
          <a:prstGeom prst="ellipse">
            <a:avLst/>
          </a:prstGeom>
          <a:solidFill>
            <a:srgbClr val="C2410C"/>
          </a:solidFill>
          <a:ln w="12700">
            <a:solidFill>
              <a:srgbClr val="C2410C"/>
            </a:solidFill>
            <a:prstDash val="solid"/>
          </a:ln>
        </p:spPr>
      </p:sp>
      <p:sp>
        <p:nvSpPr>
          <p:cNvPr id="11" name="Text 9"/>
          <p:cNvSpPr txBox="1"/>
          <p:nvPr/>
        </p:nvSpPr>
        <p:spPr>
          <a:xfrm>
            <a:off x="548640" y="29900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297180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Click the pin</a:t>
            </a:r>
            <a:endParaRPr lang="en-US" sz="1500" dirty="0"/>
          </a:p>
        </p:txBody>
      </p:sp>
      <p:sp>
        <p:nvSpPr>
          <p:cNvPr id="13" name="Text 11"/>
          <p:cNvSpPr txBox="1"/>
          <p:nvPr/>
        </p:nvSpPr>
        <p:spPr>
          <a:xfrm>
            <a:off x="1051560" y="335584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The column slides out toward the window edge (250 ms). The layer panel narrows to 210 px and the canvas widens by 140 px. A 10 px edge strip remains, reading GROUPS with a badge showing the group count.</a:t>
            </a:r>
            <a:endParaRPr lang="en-US" sz="1200" dirty="0"/>
          </a:p>
        </p:txBody>
      </p:sp>
      <p:sp>
        <p:nvSpPr>
          <p:cNvPr id="14" name="Shape 12"/>
          <p:cNvSpPr/>
          <p:nvPr/>
        </p:nvSpPr>
        <p:spPr>
          <a:xfrm>
            <a:off x="548640" y="4636008"/>
            <a:ext cx="347472" cy="347472"/>
          </a:xfrm>
          <a:prstGeom prst="ellipse">
            <a:avLst/>
          </a:prstGeom>
          <a:solidFill>
            <a:srgbClr val="C2410C"/>
          </a:solidFill>
          <a:ln w="12700">
            <a:solidFill>
              <a:srgbClr val="C2410C"/>
            </a:solidFill>
            <a:prstDash val="solid"/>
          </a:ln>
        </p:spPr>
      </p:sp>
      <p:sp>
        <p:nvSpPr>
          <p:cNvPr id="15" name="Text 13"/>
          <p:cNvSpPr txBox="1"/>
          <p:nvPr/>
        </p:nvSpPr>
        <p:spPr>
          <a:xfrm>
            <a:off x="548640" y="4636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051560" y="461772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Hover the edge strip</a:t>
            </a:r>
            <a:endParaRPr lang="en-US" sz="1500" dirty="0"/>
          </a:p>
        </p:txBody>
      </p:sp>
      <p:sp>
        <p:nvSpPr>
          <p:cNvPr id="17" name="Text 15"/>
          <p:cNvSpPr txBox="1"/>
          <p:nvPr/>
        </p:nvSpPr>
        <p:spPr>
          <a:xfrm>
            <a:off x="1051560" y="500176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After a 200 ms hover delay the column slides in over the canvas as an overlay with a soft shadow. The layer list and canvas do not move. A click on the strip does the same without waiting, for trackpads and touch.</a:t>
            </a:r>
            <a:endParaRPr lang="en-US" sz="1200" dirty="0"/>
          </a:p>
        </p:txBody>
      </p:sp>
      <p:sp>
        <p:nvSpPr>
          <p:cNvPr id="18" name="Shape 16"/>
          <p:cNvSpPr/>
          <p:nvPr/>
        </p:nvSpPr>
        <p:spPr>
          <a:xfrm>
            <a:off x="6217920" y="1344168"/>
            <a:ext cx="347472" cy="347472"/>
          </a:xfrm>
          <a:prstGeom prst="ellipse">
            <a:avLst/>
          </a:prstGeom>
          <a:solidFill>
            <a:srgbClr val="C2410C"/>
          </a:solidFill>
          <a:ln w="12700">
            <a:solidFill>
              <a:srgbClr val="C2410C"/>
            </a:solidFill>
            <a:prstDash val="solid"/>
          </a:ln>
        </p:spPr>
      </p:sp>
      <p:sp>
        <p:nvSpPr>
          <p:cNvPr id="19" name="Text 17"/>
          <p:cNvSpPr txBox="1"/>
          <p:nvPr/>
        </p:nvSpPr>
        <p:spPr>
          <a:xfrm>
            <a:off x="6217920" y="13441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6720840" y="132588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Work in the peeked panel</a:t>
            </a:r>
            <a:endParaRPr lang="en-US" sz="1500" dirty="0"/>
          </a:p>
        </p:txBody>
      </p:sp>
      <p:sp>
        <p:nvSpPr>
          <p:cNvPr id="21" name="Text 19"/>
          <p:cNvSpPr txBox="1"/>
          <p:nvPr/>
        </p:nvSpPr>
        <p:spPr>
          <a:xfrm>
            <a:off x="6720840" y="170992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Create Group, expand and select groups, drag layers in. The overlay stays open while the mouse is inside it or a menu from it is open.</a:t>
            </a:r>
            <a:endParaRPr lang="en-US" sz="1200" dirty="0"/>
          </a:p>
        </p:txBody>
      </p:sp>
      <p:sp>
        <p:nvSpPr>
          <p:cNvPr id="22" name="Shape 20"/>
          <p:cNvSpPr/>
          <p:nvPr/>
        </p:nvSpPr>
        <p:spPr>
          <a:xfrm>
            <a:off x="6217920" y="2990088"/>
            <a:ext cx="347472" cy="347472"/>
          </a:xfrm>
          <a:prstGeom prst="ellipse">
            <a:avLst/>
          </a:prstGeom>
          <a:solidFill>
            <a:srgbClr val="C2410C"/>
          </a:solidFill>
          <a:ln w="12700">
            <a:solidFill>
              <a:srgbClr val="C2410C"/>
            </a:solidFill>
            <a:prstDash val="solid"/>
          </a:ln>
        </p:spPr>
      </p:sp>
      <p:sp>
        <p:nvSpPr>
          <p:cNvPr id="23" name="Text 21"/>
          <p:cNvSpPr txBox="1"/>
          <p:nvPr/>
        </p:nvSpPr>
        <p:spPr>
          <a:xfrm>
            <a:off x="6217920" y="29900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txBox="1"/>
          <p:nvPr/>
        </p:nvSpPr>
        <p:spPr>
          <a:xfrm>
            <a:off x="6720840" y="297180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Move away</a:t>
            </a:r>
            <a:endParaRPr lang="en-US" sz="1500" dirty="0"/>
          </a:p>
        </p:txBody>
      </p:sp>
      <p:sp>
        <p:nvSpPr>
          <p:cNvPr id="25" name="Text 23"/>
          <p:cNvSpPr txBox="1"/>
          <p:nvPr/>
        </p:nvSpPr>
        <p:spPr>
          <a:xfrm>
            <a:off x="6720840" y="335584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Leaving the overlay for 220 ms slides it back out. No click needed.</a:t>
            </a:r>
            <a:endParaRPr lang="en-US" sz="1200" dirty="0"/>
          </a:p>
        </p:txBody>
      </p:sp>
      <p:sp>
        <p:nvSpPr>
          <p:cNvPr id="26" name="Shape 24"/>
          <p:cNvSpPr/>
          <p:nvPr/>
        </p:nvSpPr>
        <p:spPr>
          <a:xfrm>
            <a:off x="6217920" y="4636008"/>
            <a:ext cx="347472" cy="347472"/>
          </a:xfrm>
          <a:prstGeom prst="ellipse">
            <a:avLst/>
          </a:prstGeom>
          <a:solidFill>
            <a:srgbClr val="C2410C"/>
          </a:solidFill>
          <a:ln w="12700">
            <a:solidFill>
              <a:srgbClr val="C2410C"/>
            </a:solidFill>
            <a:prstDash val="solid"/>
          </a:ln>
        </p:spPr>
      </p:sp>
      <p:sp>
        <p:nvSpPr>
          <p:cNvPr id="27" name="Text 25"/>
          <p:cNvSpPr txBox="1"/>
          <p:nvPr/>
        </p:nvSpPr>
        <p:spPr>
          <a:xfrm>
            <a:off x="6217920" y="4636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6"/>
          <p:cNvSpPr txBox="1"/>
          <p:nvPr/>
        </p:nvSpPr>
        <p:spPr>
          <a:xfrm>
            <a:off x="6720840" y="461772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Click the pin while peeked</a:t>
            </a:r>
            <a:endParaRPr lang="en-US" sz="1500" dirty="0"/>
          </a:p>
        </p:txBody>
      </p:sp>
      <p:sp>
        <p:nvSpPr>
          <p:cNvPr id="29" name="Text 27"/>
          <p:cNvSpPr txBox="1"/>
          <p:nvPr/>
        </p:nvSpPr>
        <p:spPr>
          <a:xfrm>
            <a:off x="6720840" y="500176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The pin is tilted here. Clicking it pins the column back into the layout: panel 350 px again, canvas gives the 140 px back.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1 · B1 hover pin with peek</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8</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B1 · INTERACTION DETAILS</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The small rules that make auto-hide feel right</a:t>
            </a:r>
            <a:endParaRPr lang="en-US" sz="3200" dirty="0"/>
          </a:p>
        </p:txBody>
      </p:sp>
      <p:sp>
        <p:nvSpPr>
          <p:cNvPr id="6" name="Shape 4"/>
          <p:cNvSpPr/>
          <p:nvPr/>
        </p:nvSpPr>
        <p:spPr>
          <a:xfrm>
            <a:off x="548640" y="1371600"/>
            <a:ext cx="5120640" cy="2141359"/>
          </a:xfrm>
          <a:prstGeom prst="rect">
            <a:avLst/>
          </a:prstGeom>
          <a:solidFill>
            <a:srgbClr val="EBEBEB"/>
          </a:solidFill>
          <a:ln w="9525">
            <a:solidFill>
              <a:srgbClr val="B9B6B0"/>
            </a:solidFill>
            <a:prstDash val="solid"/>
          </a:ln>
        </p:spPr>
      </p:sp>
      <p:sp>
        <p:nvSpPr>
          <p:cNvPr id="7" name="Shape 5"/>
          <p:cNvSpPr/>
          <p:nvPr/>
        </p:nvSpPr>
        <p:spPr>
          <a:xfrm>
            <a:off x="585881" y="1399531"/>
            <a:ext cx="239074" cy="111723"/>
          </a:xfrm>
          <a:prstGeom prst="rect">
            <a:avLst/>
          </a:prstGeom>
          <a:solidFill>
            <a:srgbClr val="D3D3D3"/>
          </a:solidFill>
          <a:ln w="12700">
            <a:solidFill>
              <a:srgbClr val="D3D3D3"/>
            </a:solidFill>
            <a:prstDash val="solid"/>
          </a:ln>
        </p:spPr>
      </p:sp>
      <p:sp>
        <p:nvSpPr>
          <p:cNvPr id="8" name="Shape 6"/>
          <p:cNvSpPr/>
          <p:nvPr/>
        </p:nvSpPr>
        <p:spPr>
          <a:xfrm>
            <a:off x="848231" y="1399531"/>
            <a:ext cx="239074" cy="111723"/>
          </a:xfrm>
          <a:prstGeom prst="rect">
            <a:avLst/>
          </a:prstGeom>
          <a:solidFill>
            <a:srgbClr val="1B9E9E"/>
          </a:solidFill>
          <a:ln w="12700">
            <a:solidFill>
              <a:srgbClr val="1B9E9E"/>
            </a:solidFill>
            <a:prstDash val="solid"/>
          </a:ln>
        </p:spPr>
      </p:sp>
      <p:sp>
        <p:nvSpPr>
          <p:cNvPr id="9" name="Shape 7"/>
          <p:cNvSpPr/>
          <p:nvPr/>
        </p:nvSpPr>
        <p:spPr>
          <a:xfrm>
            <a:off x="1110580" y="1399531"/>
            <a:ext cx="239074" cy="111723"/>
          </a:xfrm>
          <a:prstGeom prst="rect">
            <a:avLst/>
          </a:prstGeom>
          <a:solidFill>
            <a:srgbClr val="F5C400"/>
          </a:solidFill>
          <a:ln w="12700">
            <a:solidFill>
              <a:srgbClr val="F5C400"/>
            </a:solidFill>
            <a:prstDash val="solid"/>
          </a:ln>
        </p:spPr>
      </p:sp>
      <p:sp>
        <p:nvSpPr>
          <p:cNvPr id="10" name="Shape 8"/>
          <p:cNvSpPr/>
          <p:nvPr/>
        </p:nvSpPr>
        <p:spPr>
          <a:xfrm>
            <a:off x="1372930" y="1399531"/>
            <a:ext cx="239074" cy="111723"/>
          </a:xfrm>
          <a:prstGeom prst="rect">
            <a:avLst/>
          </a:prstGeom>
          <a:solidFill>
            <a:srgbClr val="7B4A9E"/>
          </a:solidFill>
          <a:ln w="12700">
            <a:solidFill>
              <a:srgbClr val="7B4A9E"/>
            </a:solidFill>
            <a:prstDash val="solid"/>
          </a:ln>
        </p:spPr>
      </p:sp>
      <p:sp>
        <p:nvSpPr>
          <p:cNvPr id="11" name="Shape 9"/>
          <p:cNvSpPr/>
          <p:nvPr/>
        </p:nvSpPr>
        <p:spPr>
          <a:xfrm>
            <a:off x="1635280" y="1399531"/>
            <a:ext cx="239074" cy="111723"/>
          </a:xfrm>
          <a:prstGeom prst="rect">
            <a:avLst/>
          </a:prstGeom>
          <a:solidFill>
            <a:srgbClr val="E0640E"/>
          </a:solidFill>
          <a:ln w="12700">
            <a:solidFill>
              <a:srgbClr val="E0640E"/>
            </a:solidFill>
            <a:prstDash val="solid"/>
          </a:ln>
        </p:spPr>
      </p:sp>
      <p:sp>
        <p:nvSpPr>
          <p:cNvPr id="12" name="Shape 10"/>
          <p:cNvSpPr/>
          <p:nvPr/>
        </p:nvSpPr>
        <p:spPr>
          <a:xfrm>
            <a:off x="1897629" y="1399531"/>
            <a:ext cx="239074" cy="111723"/>
          </a:xfrm>
          <a:prstGeom prst="rect">
            <a:avLst/>
          </a:prstGeom>
          <a:solidFill>
            <a:srgbClr val="3A8CD8"/>
          </a:solidFill>
          <a:ln w="12700">
            <a:solidFill>
              <a:srgbClr val="3A8CD8"/>
            </a:solidFill>
            <a:prstDash val="solid"/>
          </a:ln>
        </p:spPr>
      </p:sp>
      <p:sp>
        <p:nvSpPr>
          <p:cNvPr id="13" name="Shape 11"/>
          <p:cNvSpPr/>
          <p:nvPr/>
        </p:nvSpPr>
        <p:spPr>
          <a:xfrm>
            <a:off x="2159979" y="1399531"/>
            <a:ext cx="239074" cy="111723"/>
          </a:xfrm>
          <a:prstGeom prst="rect">
            <a:avLst/>
          </a:prstGeom>
          <a:solidFill>
            <a:srgbClr val="E84A46"/>
          </a:solidFill>
          <a:ln w="12700">
            <a:solidFill>
              <a:srgbClr val="E84A46"/>
            </a:solidFill>
            <a:prstDash val="solid"/>
          </a:ln>
        </p:spPr>
      </p:sp>
      <p:sp>
        <p:nvSpPr>
          <p:cNvPr id="14" name="Shape 12"/>
          <p:cNvSpPr/>
          <p:nvPr/>
        </p:nvSpPr>
        <p:spPr>
          <a:xfrm>
            <a:off x="2422329" y="1399531"/>
            <a:ext cx="239074" cy="111723"/>
          </a:xfrm>
          <a:prstGeom prst="rect">
            <a:avLst/>
          </a:prstGeom>
          <a:solidFill>
            <a:srgbClr val="C7A7E8"/>
          </a:solidFill>
          <a:ln w="12700">
            <a:solidFill>
              <a:srgbClr val="C7A7E8"/>
            </a:solidFill>
            <a:prstDash val="solid"/>
          </a:ln>
        </p:spPr>
      </p:sp>
      <p:sp>
        <p:nvSpPr>
          <p:cNvPr id="15" name="Shape 13"/>
          <p:cNvSpPr/>
          <p:nvPr/>
        </p:nvSpPr>
        <p:spPr>
          <a:xfrm>
            <a:off x="2684678" y="1399531"/>
            <a:ext cx="239074" cy="111723"/>
          </a:xfrm>
          <a:prstGeom prst="rect">
            <a:avLst/>
          </a:prstGeom>
          <a:solidFill>
            <a:srgbClr val="F27EAE"/>
          </a:solidFill>
          <a:ln w="12700">
            <a:solidFill>
              <a:srgbClr val="F27EAE"/>
            </a:solidFill>
            <a:prstDash val="solid"/>
          </a:ln>
        </p:spPr>
      </p:sp>
      <p:sp>
        <p:nvSpPr>
          <p:cNvPr id="16" name="Shape 14"/>
          <p:cNvSpPr/>
          <p:nvPr/>
        </p:nvSpPr>
        <p:spPr>
          <a:xfrm>
            <a:off x="2947028" y="1399531"/>
            <a:ext cx="239074" cy="111723"/>
          </a:xfrm>
          <a:prstGeom prst="rect">
            <a:avLst/>
          </a:prstGeom>
          <a:solidFill>
            <a:srgbClr val="B58B7A"/>
          </a:solidFill>
          <a:ln w="12700">
            <a:solidFill>
              <a:srgbClr val="B58B7A"/>
            </a:solidFill>
            <a:prstDash val="solid"/>
          </a:ln>
        </p:spPr>
      </p:sp>
      <p:sp>
        <p:nvSpPr>
          <p:cNvPr id="17" name="Shape 15"/>
          <p:cNvSpPr/>
          <p:nvPr/>
        </p:nvSpPr>
        <p:spPr>
          <a:xfrm>
            <a:off x="3209378" y="1399531"/>
            <a:ext cx="239074" cy="111723"/>
          </a:xfrm>
          <a:prstGeom prst="rect">
            <a:avLst/>
          </a:prstGeom>
          <a:solidFill>
            <a:srgbClr val="A0475F"/>
          </a:solidFill>
          <a:ln w="12700">
            <a:solidFill>
              <a:srgbClr val="A0475F"/>
            </a:solidFill>
            <a:prstDash val="solid"/>
          </a:ln>
        </p:spPr>
      </p:sp>
      <p:sp>
        <p:nvSpPr>
          <p:cNvPr id="18" name="Shape 16"/>
          <p:cNvSpPr/>
          <p:nvPr/>
        </p:nvSpPr>
        <p:spPr>
          <a:xfrm>
            <a:off x="3471727" y="1399531"/>
            <a:ext cx="239074" cy="111723"/>
          </a:xfrm>
          <a:prstGeom prst="rect">
            <a:avLst/>
          </a:prstGeom>
          <a:solidFill>
            <a:srgbClr val="4BB543"/>
          </a:solidFill>
          <a:ln w="12700">
            <a:solidFill>
              <a:srgbClr val="4BB543"/>
            </a:solidFill>
            <a:prstDash val="solid"/>
          </a:ln>
        </p:spPr>
      </p:sp>
      <p:sp>
        <p:nvSpPr>
          <p:cNvPr id="19" name="Shape 17"/>
          <p:cNvSpPr/>
          <p:nvPr/>
        </p:nvSpPr>
        <p:spPr>
          <a:xfrm>
            <a:off x="3734077" y="1399531"/>
            <a:ext cx="239074" cy="111723"/>
          </a:xfrm>
          <a:prstGeom prst="rect">
            <a:avLst/>
          </a:prstGeom>
          <a:solidFill>
            <a:srgbClr val="B8BABB"/>
          </a:solidFill>
          <a:ln w="12700">
            <a:solidFill>
              <a:srgbClr val="B8BABB"/>
            </a:solidFill>
            <a:prstDash val="solid"/>
          </a:ln>
        </p:spPr>
      </p:sp>
      <p:sp>
        <p:nvSpPr>
          <p:cNvPr id="20" name="Shape 18"/>
          <p:cNvSpPr/>
          <p:nvPr/>
        </p:nvSpPr>
        <p:spPr>
          <a:xfrm>
            <a:off x="3996427" y="1399531"/>
            <a:ext cx="239074" cy="111723"/>
          </a:xfrm>
          <a:prstGeom prst="rect">
            <a:avLst/>
          </a:prstGeom>
          <a:solidFill>
            <a:srgbClr val="A34D92"/>
          </a:solidFill>
          <a:ln w="12700">
            <a:solidFill>
              <a:srgbClr val="A34D92"/>
            </a:solidFill>
            <a:prstDash val="solid"/>
          </a:ln>
        </p:spPr>
      </p:sp>
      <p:sp>
        <p:nvSpPr>
          <p:cNvPr id="21" name="Shape 19"/>
          <p:cNvSpPr/>
          <p:nvPr/>
        </p:nvSpPr>
        <p:spPr>
          <a:xfrm>
            <a:off x="4300673" y="1399531"/>
            <a:ext cx="232756" cy="111723"/>
          </a:xfrm>
          <a:prstGeom prst="rect">
            <a:avLst/>
          </a:prstGeom>
          <a:solidFill>
            <a:srgbClr val="F5C400"/>
          </a:solidFill>
          <a:ln w="12700">
            <a:solidFill>
              <a:srgbClr val="F5C400"/>
            </a:solidFill>
            <a:prstDash val="solid"/>
          </a:ln>
        </p:spPr>
      </p:sp>
      <p:sp>
        <p:nvSpPr>
          <p:cNvPr id="22" name="Shape 20"/>
          <p:cNvSpPr/>
          <p:nvPr/>
        </p:nvSpPr>
        <p:spPr>
          <a:xfrm>
            <a:off x="4552049" y="1399531"/>
            <a:ext cx="111723" cy="111723"/>
          </a:xfrm>
          <a:prstGeom prst="rect">
            <a:avLst/>
          </a:prstGeom>
          <a:solidFill>
            <a:srgbClr val="D0D0D0"/>
          </a:solidFill>
          <a:ln w="12700">
            <a:solidFill>
              <a:srgbClr val="D0D0D0"/>
            </a:solidFill>
            <a:prstDash val="solid"/>
          </a:ln>
        </p:spPr>
      </p:sp>
      <p:sp>
        <p:nvSpPr>
          <p:cNvPr id="23" name="Shape 21"/>
          <p:cNvSpPr/>
          <p:nvPr/>
        </p:nvSpPr>
        <p:spPr>
          <a:xfrm>
            <a:off x="678984" y="1539185"/>
            <a:ext cx="4655" cy="1973774"/>
          </a:xfrm>
          <a:prstGeom prst="rect">
            <a:avLst/>
          </a:prstGeom>
          <a:solidFill>
            <a:srgbClr val="DADADA"/>
          </a:solidFill>
          <a:ln w="12700">
            <a:solidFill>
              <a:srgbClr val="DADADA"/>
            </a:solidFill>
            <a:prstDash val="solid"/>
          </a:ln>
        </p:spPr>
      </p:sp>
      <p:sp>
        <p:nvSpPr>
          <p:cNvPr id="24" name="Shape 22"/>
          <p:cNvSpPr/>
          <p:nvPr/>
        </p:nvSpPr>
        <p:spPr>
          <a:xfrm>
            <a:off x="939671" y="1539185"/>
            <a:ext cx="4655" cy="1973774"/>
          </a:xfrm>
          <a:prstGeom prst="rect">
            <a:avLst/>
          </a:prstGeom>
          <a:solidFill>
            <a:srgbClr val="DADADA"/>
          </a:solidFill>
          <a:ln w="12700">
            <a:solidFill>
              <a:srgbClr val="DADADA"/>
            </a:solidFill>
            <a:prstDash val="solid"/>
          </a:ln>
        </p:spPr>
      </p:sp>
      <p:sp>
        <p:nvSpPr>
          <p:cNvPr id="25" name="Shape 23"/>
          <p:cNvSpPr/>
          <p:nvPr/>
        </p:nvSpPr>
        <p:spPr>
          <a:xfrm>
            <a:off x="1200358" y="1539185"/>
            <a:ext cx="4655" cy="1973774"/>
          </a:xfrm>
          <a:prstGeom prst="rect">
            <a:avLst/>
          </a:prstGeom>
          <a:solidFill>
            <a:srgbClr val="DADADA"/>
          </a:solidFill>
          <a:ln w="12700">
            <a:solidFill>
              <a:srgbClr val="DADADA"/>
            </a:solidFill>
            <a:prstDash val="solid"/>
          </a:ln>
        </p:spPr>
      </p:sp>
      <p:sp>
        <p:nvSpPr>
          <p:cNvPr id="26" name="Shape 24"/>
          <p:cNvSpPr/>
          <p:nvPr/>
        </p:nvSpPr>
        <p:spPr>
          <a:xfrm>
            <a:off x="1461045" y="1539185"/>
            <a:ext cx="4655" cy="1973774"/>
          </a:xfrm>
          <a:prstGeom prst="rect">
            <a:avLst/>
          </a:prstGeom>
          <a:solidFill>
            <a:srgbClr val="DADADA"/>
          </a:solidFill>
          <a:ln w="12700">
            <a:solidFill>
              <a:srgbClr val="DADADA"/>
            </a:solidFill>
            <a:prstDash val="solid"/>
          </a:ln>
        </p:spPr>
      </p:sp>
      <p:sp>
        <p:nvSpPr>
          <p:cNvPr id="27" name="Shape 25"/>
          <p:cNvSpPr/>
          <p:nvPr/>
        </p:nvSpPr>
        <p:spPr>
          <a:xfrm>
            <a:off x="1721732" y="1539185"/>
            <a:ext cx="4655" cy="1973774"/>
          </a:xfrm>
          <a:prstGeom prst="rect">
            <a:avLst/>
          </a:prstGeom>
          <a:solidFill>
            <a:srgbClr val="DADADA"/>
          </a:solidFill>
          <a:ln w="12700">
            <a:solidFill>
              <a:srgbClr val="DADADA"/>
            </a:solidFill>
            <a:prstDash val="solid"/>
          </a:ln>
        </p:spPr>
      </p:sp>
      <p:sp>
        <p:nvSpPr>
          <p:cNvPr id="28" name="Shape 26"/>
          <p:cNvSpPr/>
          <p:nvPr/>
        </p:nvSpPr>
        <p:spPr>
          <a:xfrm>
            <a:off x="1982419" y="1539185"/>
            <a:ext cx="4655" cy="1973774"/>
          </a:xfrm>
          <a:prstGeom prst="rect">
            <a:avLst/>
          </a:prstGeom>
          <a:solidFill>
            <a:srgbClr val="DADADA"/>
          </a:solidFill>
          <a:ln w="12700">
            <a:solidFill>
              <a:srgbClr val="DADADA"/>
            </a:solidFill>
            <a:prstDash val="solid"/>
          </a:ln>
        </p:spPr>
      </p:sp>
      <p:sp>
        <p:nvSpPr>
          <p:cNvPr id="29" name="Shape 27"/>
          <p:cNvSpPr/>
          <p:nvPr/>
        </p:nvSpPr>
        <p:spPr>
          <a:xfrm>
            <a:off x="2243106" y="1539185"/>
            <a:ext cx="4655" cy="1973774"/>
          </a:xfrm>
          <a:prstGeom prst="rect">
            <a:avLst/>
          </a:prstGeom>
          <a:solidFill>
            <a:srgbClr val="DADADA"/>
          </a:solidFill>
          <a:ln w="12700">
            <a:solidFill>
              <a:srgbClr val="DADADA"/>
            </a:solidFill>
            <a:prstDash val="solid"/>
          </a:ln>
        </p:spPr>
      </p:sp>
      <p:sp>
        <p:nvSpPr>
          <p:cNvPr id="30" name="Shape 28"/>
          <p:cNvSpPr/>
          <p:nvPr/>
        </p:nvSpPr>
        <p:spPr>
          <a:xfrm>
            <a:off x="2503793" y="1539185"/>
            <a:ext cx="4655" cy="1973774"/>
          </a:xfrm>
          <a:prstGeom prst="rect">
            <a:avLst/>
          </a:prstGeom>
          <a:solidFill>
            <a:srgbClr val="DADADA"/>
          </a:solidFill>
          <a:ln w="12700">
            <a:solidFill>
              <a:srgbClr val="DADADA"/>
            </a:solidFill>
            <a:prstDash val="solid"/>
          </a:ln>
        </p:spPr>
      </p:sp>
      <p:sp>
        <p:nvSpPr>
          <p:cNvPr id="31" name="Shape 29"/>
          <p:cNvSpPr/>
          <p:nvPr/>
        </p:nvSpPr>
        <p:spPr>
          <a:xfrm>
            <a:off x="2764481" y="1539185"/>
            <a:ext cx="4655" cy="1973774"/>
          </a:xfrm>
          <a:prstGeom prst="rect">
            <a:avLst/>
          </a:prstGeom>
          <a:solidFill>
            <a:srgbClr val="DADADA"/>
          </a:solidFill>
          <a:ln w="12700">
            <a:solidFill>
              <a:srgbClr val="DADADA"/>
            </a:solidFill>
            <a:prstDash val="solid"/>
          </a:ln>
        </p:spPr>
      </p:sp>
      <p:sp>
        <p:nvSpPr>
          <p:cNvPr id="32" name="Shape 30"/>
          <p:cNvSpPr/>
          <p:nvPr/>
        </p:nvSpPr>
        <p:spPr>
          <a:xfrm>
            <a:off x="3025168" y="1539185"/>
            <a:ext cx="4655" cy="1973774"/>
          </a:xfrm>
          <a:prstGeom prst="rect">
            <a:avLst/>
          </a:prstGeom>
          <a:solidFill>
            <a:srgbClr val="DADADA"/>
          </a:solidFill>
          <a:ln w="12700">
            <a:solidFill>
              <a:srgbClr val="DADADA"/>
            </a:solidFill>
            <a:prstDash val="solid"/>
          </a:ln>
        </p:spPr>
      </p:sp>
      <p:sp>
        <p:nvSpPr>
          <p:cNvPr id="33" name="Shape 31"/>
          <p:cNvSpPr/>
          <p:nvPr/>
        </p:nvSpPr>
        <p:spPr>
          <a:xfrm>
            <a:off x="3285855" y="1539185"/>
            <a:ext cx="4655" cy="1973774"/>
          </a:xfrm>
          <a:prstGeom prst="rect">
            <a:avLst/>
          </a:prstGeom>
          <a:solidFill>
            <a:srgbClr val="DADADA"/>
          </a:solidFill>
          <a:ln w="12700">
            <a:solidFill>
              <a:srgbClr val="DADADA"/>
            </a:solidFill>
            <a:prstDash val="solid"/>
          </a:ln>
        </p:spPr>
      </p:sp>
      <p:sp>
        <p:nvSpPr>
          <p:cNvPr id="34" name="Shape 32"/>
          <p:cNvSpPr/>
          <p:nvPr/>
        </p:nvSpPr>
        <p:spPr>
          <a:xfrm>
            <a:off x="3546542" y="1539185"/>
            <a:ext cx="4655" cy="1973774"/>
          </a:xfrm>
          <a:prstGeom prst="rect">
            <a:avLst/>
          </a:prstGeom>
          <a:solidFill>
            <a:srgbClr val="DADADA"/>
          </a:solidFill>
          <a:ln w="12700">
            <a:solidFill>
              <a:srgbClr val="DADADA"/>
            </a:solidFill>
            <a:prstDash val="solid"/>
          </a:ln>
        </p:spPr>
      </p:sp>
      <p:sp>
        <p:nvSpPr>
          <p:cNvPr id="35" name="Shape 33"/>
          <p:cNvSpPr/>
          <p:nvPr/>
        </p:nvSpPr>
        <p:spPr>
          <a:xfrm>
            <a:off x="3807229" y="1539185"/>
            <a:ext cx="4655" cy="1973774"/>
          </a:xfrm>
          <a:prstGeom prst="rect">
            <a:avLst/>
          </a:prstGeom>
          <a:solidFill>
            <a:srgbClr val="DADADA"/>
          </a:solidFill>
          <a:ln w="12700">
            <a:solidFill>
              <a:srgbClr val="DADADA"/>
            </a:solidFill>
            <a:prstDash val="solid"/>
          </a:ln>
        </p:spPr>
      </p:sp>
      <p:sp>
        <p:nvSpPr>
          <p:cNvPr id="36" name="Shape 34"/>
          <p:cNvSpPr/>
          <p:nvPr/>
        </p:nvSpPr>
        <p:spPr>
          <a:xfrm>
            <a:off x="4067916" y="1539185"/>
            <a:ext cx="4655" cy="1973774"/>
          </a:xfrm>
          <a:prstGeom prst="rect">
            <a:avLst/>
          </a:prstGeom>
          <a:solidFill>
            <a:srgbClr val="DADADA"/>
          </a:solidFill>
          <a:ln w="12700">
            <a:solidFill>
              <a:srgbClr val="DADADA"/>
            </a:solidFill>
            <a:prstDash val="solid"/>
          </a:ln>
        </p:spPr>
      </p:sp>
      <p:sp>
        <p:nvSpPr>
          <p:cNvPr id="37" name="Shape 35"/>
          <p:cNvSpPr/>
          <p:nvPr/>
        </p:nvSpPr>
        <p:spPr>
          <a:xfrm>
            <a:off x="4328603" y="1539185"/>
            <a:ext cx="4655" cy="1973774"/>
          </a:xfrm>
          <a:prstGeom prst="rect">
            <a:avLst/>
          </a:prstGeom>
          <a:solidFill>
            <a:srgbClr val="DADADA"/>
          </a:solidFill>
          <a:ln w="12700">
            <a:solidFill>
              <a:srgbClr val="DADADA"/>
            </a:solidFill>
            <a:prstDash val="solid"/>
          </a:ln>
        </p:spPr>
      </p:sp>
      <p:sp>
        <p:nvSpPr>
          <p:cNvPr id="38" name="Shape 36"/>
          <p:cNvSpPr/>
          <p:nvPr/>
        </p:nvSpPr>
        <p:spPr>
          <a:xfrm>
            <a:off x="4589290" y="1539185"/>
            <a:ext cx="4655" cy="1973774"/>
          </a:xfrm>
          <a:prstGeom prst="rect">
            <a:avLst/>
          </a:prstGeom>
          <a:solidFill>
            <a:srgbClr val="DADADA"/>
          </a:solidFill>
          <a:ln w="12700">
            <a:solidFill>
              <a:srgbClr val="DADADA"/>
            </a:solidFill>
            <a:prstDash val="solid"/>
          </a:ln>
        </p:spPr>
      </p:sp>
      <p:sp>
        <p:nvSpPr>
          <p:cNvPr id="39" name="Shape 37"/>
          <p:cNvSpPr/>
          <p:nvPr/>
        </p:nvSpPr>
        <p:spPr>
          <a:xfrm>
            <a:off x="548640" y="1669528"/>
            <a:ext cx="4143063" cy="4655"/>
          </a:xfrm>
          <a:prstGeom prst="rect">
            <a:avLst/>
          </a:prstGeom>
          <a:solidFill>
            <a:srgbClr val="DADADA"/>
          </a:solidFill>
          <a:ln w="12700">
            <a:solidFill>
              <a:srgbClr val="DADADA"/>
            </a:solidFill>
            <a:prstDash val="solid"/>
          </a:ln>
        </p:spPr>
      </p:sp>
      <p:sp>
        <p:nvSpPr>
          <p:cNvPr id="40" name="Shape 38"/>
          <p:cNvSpPr/>
          <p:nvPr/>
        </p:nvSpPr>
        <p:spPr>
          <a:xfrm>
            <a:off x="548640" y="1930215"/>
            <a:ext cx="4143063" cy="4655"/>
          </a:xfrm>
          <a:prstGeom prst="rect">
            <a:avLst/>
          </a:prstGeom>
          <a:solidFill>
            <a:srgbClr val="DADADA"/>
          </a:solidFill>
          <a:ln w="12700">
            <a:solidFill>
              <a:srgbClr val="DADADA"/>
            </a:solidFill>
            <a:prstDash val="solid"/>
          </a:ln>
        </p:spPr>
      </p:sp>
      <p:sp>
        <p:nvSpPr>
          <p:cNvPr id="41" name="Shape 39"/>
          <p:cNvSpPr/>
          <p:nvPr/>
        </p:nvSpPr>
        <p:spPr>
          <a:xfrm>
            <a:off x="548640" y="2190902"/>
            <a:ext cx="4143063" cy="4655"/>
          </a:xfrm>
          <a:prstGeom prst="rect">
            <a:avLst/>
          </a:prstGeom>
          <a:solidFill>
            <a:srgbClr val="DADADA"/>
          </a:solidFill>
          <a:ln w="12700">
            <a:solidFill>
              <a:srgbClr val="DADADA"/>
            </a:solidFill>
            <a:prstDash val="solid"/>
          </a:ln>
        </p:spPr>
      </p:sp>
      <p:sp>
        <p:nvSpPr>
          <p:cNvPr id="42" name="Shape 40"/>
          <p:cNvSpPr/>
          <p:nvPr/>
        </p:nvSpPr>
        <p:spPr>
          <a:xfrm>
            <a:off x="548640" y="2451590"/>
            <a:ext cx="4143063" cy="4655"/>
          </a:xfrm>
          <a:prstGeom prst="rect">
            <a:avLst/>
          </a:prstGeom>
          <a:solidFill>
            <a:srgbClr val="DADADA"/>
          </a:solidFill>
          <a:ln w="12700">
            <a:solidFill>
              <a:srgbClr val="DADADA"/>
            </a:solidFill>
            <a:prstDash val="solid"/>
          </a:ln>
        </p:spPr>
      </p:sp>
      <p:sp>
        <p:nvSpPr>
          <p:cNvPr id="43" name="Shape 41"/>
          <p:cNvSpPr/>
          <p:nvPr/>
        </p:nvSpPr>
        <p:spPr>
          <a:xfrm>
            <a:off x="548640" y="2712277"/>
            <a:ext cx="4143063" cy="4655"/>
          </a:xfrm>
          <a:prstGeom prst="rect">
            <a:avLst/>
          </a:prstGeom>
          <a:solidFill>
            <a:srgbClr val="DADADA"/>
          </a:solidFill>
          <a:ln w="12700">
            <a:solidFill>
              <a:srgbClr val="DADADA"/>
            </a:solidFill>
            <a:prstDash val="solid"/>
          </a:ln>
        </p:spPr>
      </p:sp>
      <p:sp>
        <p:nvSpPr>
          <p:cNvPr id="44" name="Shape 42"/>
          <p:cNvSpPr/>
          <p:nvPr/>
        </p:nvSpPr>
        <p:spPr>
          <a:xfrm>
            <a:off x="548640" y="2972964"/>
            <a:ext cx="4143063" cy="4655"/>
          </a:xfrm>
          <a:prstGeom prst="rect">
            <a:avLst/>
          </a:prstGeom>
          <a:solidFill>
            <a:srgbClr val="DADADA"/>
          </a:solidFill>
          <a:ln w="12700">
            <a:solidFill>
              <a:srgbClr val="DADADA"/>
            </a:solidFill>
            <a:prstDash val="solid"/>
          </a:ln>
        </p:spPr>
      </p:sp>
      <p:sp>
        <p:nvSpPr>
          <p:cNvPr id="45" name="Shape 43"/>
          <p:cNvSpPr/>
          <p:nvPr/>
        </p:nvSpPr>
        <p:spPr>
          <a:xfrm>
            <a:off x="548640" y="3233651"/>
            <a:ext cx="4143063" cy="4655"/>
          </a:xfrm>
          <a:prstGeom prst="rect">
            <a:avLst/>
          </a:prstGeom>
          <a:solidFill>
            <a:srgbClr val="DADADA"/>
          </a:solidFill>
          <a:ln w="12700">
            <a:solidFill>
              <a:srgbClr val="DADADA"/>
            </a:solidFill>
            <a:prstDash val="solid"/>
          </a:ln>
        </p:spPr>
      </p:sp>
      <p:sp>
        <p:nvSpPr>
          <p:cNvPr id="46" name="Shape 44"/>
          <p:cNvSpPr/>
          <p:nvPr/>
        </p:nvSpPr>
        <p:spPr>
          <a:xfrm>
            <a:off x="548640" y="3494338"/>
            <a:ext cx="4143063" cy="4655"/>
          </a:xfrm>
          <a:prstGeom prst="rect">
            <a:avLst/>
          </a:prstGeom>
          <a:solidFill>
            <a:srgbClr val="DADADA"/>
          </a:solidFill>
          <a:ln w="12700">
            <a:solidFill>
              <a:srgbClr val="DADADA"/>
            </a:solidFill>
            <a:prstDash val="solid"/>
          </a:ln>
        </p:spPr>
      </p:sp>
      <p:sp>
        <p:nvSpPr>
          <p:cNvPr id="47" name="Shape 45"/>
          <p:cNvSpPr/>
          <p:nvPr/>
        </p:nvSpPr>
        <p:spPr>
          <a:xfrm>
            <a:off x="4691703" y="1371600"/>
            <a:ext cx="977577" cy="2141359"/>
          </a:xfrm>
          <a:prstGeom prst="rect">
            <a:avLst/>
          </a:prstGeom>
          <a:solidFill>
            <a:srgbClr val="ECECEC"/>
          </a:solidFill>
          <a:ln w="6350">
            <a:solidFill>
              <a:srgbClr val="D2D0CB"/>
            </a:solidFill>
            <a:prstDash val="solid"/>
          </a:ln>
        </p:spPr>
      </p:sp>
      <p:sp>
        <p:nvSpPr>
          <p:cNvPr id="48" name="Shape 46"/>
          <p:cNvSpPr/>
          <p:nvPr/>
        </p:nvSpPr>
        <p:spPr>
          <a:xfrm>
            <a:off x="4971011" y="1418151"/>
            <a:ext cx="121033" cy="121033"/>
          </a:xfrm>
          <a:prstGeom prst="ellipse">
            <a:avLst/>
          </a:prstGeom>
          <a:solidFill>
            <a:srgbClr val="8E44E0"/>
          </a:solidFill>
          <a:ln w="12700">
            <a:solidFill>
              <a:srgbClr val="8E44E0"/>
            </a:solidFill>
            <a:prstDash val="solid"/>
          </a:ln>
        </p:spPr>
      </p:sp>
      <p:sp>
        <p:nvSpPr>
          <p:cNvPr id="49" name="Shape 47"/>
          <p:cNvSpPr/>
          <p:nvPr/>
        </p:nvSpPr>
        <p:spPr>
          <a:xfrm>
            <a:off x="5119975" y="1418151"/>
            <a:ext cx="121033" cy="121033"/>
          </a:xfrm>
          <a:prstGeom prst="ellipse">
            <a:avLst/>
          </a:prstGeom>
          <a:solidFill>
            <a:srgbClr val="7A7A7A"/>
          </a:solidFill>
          <a:ln w="12700">
            <a:solidFill>
              <a:srgbClr val="7A7A7A"/>
            </a:solidFill>
            <a:prstDash val="solid"/>
          </a:ln>
        </p:spPr>
      </p:sp>
      <p:sp>
        <p:nvSpPr>
          <p:cNvPr id="50" name="Shape 48"/>
          <p:cNvSpPr/>
          <p:nvPr/>
        </p:nvSpPr>
        <p:spPr>
          <a:xfrm>
            <a:off x="5268939" y="1418151"/>
            <a:ext cx="121033" cy="121033"/>
          </a:xfrm>
          <a:prstGeom prst="ellipse">
            <a:avLst/>
          </a:prstGeom>
          <a:solidFill>
            <a:srgbClr val="7A7A7A"/>
          </a:solidFill>
          <a:ln w="12700">
            <a:solidFill>
              <a:srgbClr val="7A7A7A"/>
            </a:solidFill>
            <a:prstDash val="solid"/>
          </a:ln>
        </p:spPr>
      </p:sp>
      <p:sp>
        <p:nvSpPr>
          <p:cNvPr id="51" name="Shape 49"/>
          <p:cNvSpPr/>
          <p:nvPr/>
        </p:nvSpPr>
        <p:spPr>
          <a:xfrm>
            <a:off x="4971011" y="1567115"/>
            <a:ext cx="121033" cy="121033"/>
          </a:xfrm>
          <a:prstGeom prst="ellipse">
            <a:avLst/>
          </a:prstGeom>
          <a:solidFill>
            <a:srgbClr val="F5C400"/>
          </a:solidFill>
          <a:ln w="12700">
            <a:solidFill>
              <a:srgbClr val="F5C400"/>
            </a:solidFill>
            <a:prstDash val="solid"/>
          </a:ln>
        </p:spPr>
      </p:sp>
      <p:sp>
        <p:nvSpPr>
          <p:cNvPr id="52" name="Shape 50"/>
          <p:cNvSpPr/>
          <p:nvPr/>
        </p:nvSpPr>
        <p:spPr>
          <a:xfrm>
            <a:off x="5119975" y="1567115"/>
            <a:ext cx="121033" cy="121033"/>
          </a:xfrm>
          <a:prstGeom prst="ellipse">
            <a:avLst/>
          </a:prstGeom>
          <a:solidFill>
            <a:srgbClr val="F5C400"/>
          </a:solidFill>
          <a:ln w="12700">
            <a:solidFill>
              <a:srgbClr val="F5C400"/>
            </a:solidFill>
            <a:prstDash val="solid"/>
          </a:ln>
        </p:spPr>
      </p:sp>
      <p:sp>
        <p:nvSpPr>
          <p:cNvPr id="53" name="Shape 51"/>
          <p:cNvSpPr/>
          <p:nvPr/>
        </p:nvSpPr>
        <p:spPr>
          <a:xfrm>
            <a:off x="5268939" y="1567115"/>
            <a:ext cx="121033" cy="121033"/>
          </a:xfrm>
          <a:prstGeom prst="ellipse">
            <a:avLst/>
          </a:prstGeom>
          <a:solidFill>
            <a:srgbClr val="8B0000"/>
          </a:solidFill>
          <a:ln w="12700">
            <a:solidFill>
              <a:srgbClr val="8B0000"/>
            </a:solidFill>
            <a:prstDash val="solid"/>
          </a:ln>
        </p:spPr>
      </p:sp>
      <p:sp>
        <p:nvSpPr>
          <p:cNvPr id="54" name="Shape 52"/>
          <p:cNvSpPr/>
          <p:nvPr/>
        </p:nvSpPr>
        <p:spPr>
          <a:xfrm>
            <a:off x="4971011" y="1716079"/>
            <a:ext cx="121033" cy="121033"/>
          </a:xfrm>
          <a:prstGeom prst="ellipse">
            <a:avLst/>
          </a:prstGeom>
          <a:solidFill>
            <a:srgbClr val="2FB94A"/>
          </a:solidFill>
          <a:ln w="12700">
            <a:solidFill>
              <a:srgbClr val="2FB94A"/>
            </a:solidFill>
            <a:prstDash val="solid"/>
          </a:ln>
        </p:spPr>
      </p:sp>
      <p:sp>
        <p:nvSpPr>
          <p:cNvPr id="55" name="Shape 53"/>
          <p:cNvSpPr/>
          <p:nvPr/>
        </p:nvSpPr>
        <p:spPr>
          <a:xfrm>
            <a:off x="5119975" y="1716079"/>
            <a:ext cx="121033" cy="121033"/>
          </a:xfrm>
          <a:prstGeom prst="ellipse">
            <a:avLst/>
          </a:prstGeom>
          <a:solidFill>
            <a:srgbClr val="C9A07A"/>
          </a:solidFill>
          <a:ln w="12700">
            <a:solidFill>
              <a:srgbClr val="C9A07A"/>
            </a:solidFill>
            <a:prstDash val="solid"/>
          </a:ln>
        </p:spPr>
      </p:sp>
      <p:sp>
        <p:nvSpPr>
          <p:cNvPr id="56" name="Shape 54"/>
          <p:cNvSpPr/>
          <p:nvPr/>
        </p:nvSpPr>
        <p:spPr>
          <a:xfrm>
            <a:off x="5268939" y="1716079"/>
            <a:ext cx="121033" cy="121033"/>
          </a:xfrm>
          <a:prstGeom prst="ellipse">
            <a:avLst/>
          </a:prstGeom>
          <a:solidFill>
            <a:srgbClr val="C9A07A"/>
          </a:solidFill>
          <a:ln w="12700">
            <a:solidFill>
              <a:srgbClr val="C9A07A"/>
            </a:solidFill>
            <a:prstDash val="solid"/>
          </a:ln>
        </p:spPr>
      </p:sp>
      <p:sp>
        <p:nvSpPr>
          <p:cNvPr id="57" name="Shape 55"/>
          <p:cNvSpPr/>
          <p:nvPr/>
        </p:nvSpPr>
        <p:spPr>
          <a:xfrm>
            <a:off x="4901184" y="2768138"/>
            <a:ext cx="558615" cy="125688"/>
          </a:xfrm>
          <a:prstGeom prst="rect">
            <a:avLst/>
          </a:prstGeom>
          <a:solidFill>
            <a:srgbClr val="8E7A9E"/>
          </a:solidFill>
          <a:ln w="12700">
            <a:solidFill>
              <a:srgbClr val="8E7A9E"/>
            </a:solidFill>
            <a:prstDash val="solid"/>
          </a:ln>
        </p:spPr>
      </p:sp>
      <p:sp>
        <p:nvSpPr>
          <p:cNvPr id="58" name="Shape 56"/>
          <p:cNvSpPr/>
          <p:nvPr/>
        </p:nvSpPr>
        <p:spPr>
          <a:xfrm>
            <a:off x="5464454" y="2777448"/>
            <a:ext cx="18621" cy="107068"/>
          </a:xfrm>
          <a:prstGeom prst="rect">
            <a:avLst/>
          </a:prstGeom>
          <a:solidFill>
            <a:srgbClr val="2FB94A"/>
          </a:solidFill>
          <a:ln w="12700">
            <a:solidFill>
              <a:srgbClr val="2FB94A"/>
            </a:solidFill>
            <a:prstDash val="solid"/>
          </a:ln>
        </p:spPr>
      </p:sp>
      <p:sp>
        <p:nvSpPr>
          <p:cNvPr id="59" name="Shape 57"/>
          <p:cNvSpPr/>
          <p:nvPr/>
        </p:nvSpPr>
        <p:spPr>
          <a:xfrm>
            <a:off x="4901184" y="2912447"/>
            <a:ext cx="558615" cy="125688"/>
          </a:xfrm>
          <a:prstGeom prst="rect">
            <a:avLst/>
          </a:prstGeom>
          <a:solidFill>
            <a:srgbClr val="C9A7E6"/>
          </a:solidFill>
          <a:ln w="12700">
            <a:solidFill>
              <a:srgbClr val="C9A7E6"/>
            </a:solidFill>
            <a:prstDash val="solid"/>
          </a:ln>
        </p:spPr>
      </p:sp>
      <p:sp>
        <p:nvSpPr>
          <p:cNvPr id="60" name="Shape 58"/>
          <p:cNvSpPr/>
          <p:nvPr/>
        </p:nvSpPr>
        <p:spPr>
          <a:xfrm>
            <a:off x="5464454" y="2921757"/>
            <a:ext cx="18621" cy="107068"/>
          </a:xfrm>
          <a:prstGeom prst="rect">
            <a:avLst/>
          </a:prstGeom>
          <a:solidFill>
            <a:srgbClr val="2FB94A"/>
          </a:solidFill>
          <a:ln w="12700">
            <a:solidFill>
              <a:srgbClr val="2FB94A"/>
            </a:solidFill>
            <a:prstDash val="solid"/>
          </a:ln>
        </p:spPr>
      </p:sp>
      <p:sp>
        <p:nvSpPr>
          <p:cNvPr id="61" name="Shape 59"/>
          <p:cNvSpPr/>
          <p:nvPr/>
        </p:nvSpPr>
        <p:spPr>
          <a:xfrm>
            <a:off x="4719634" y="3075377"/>
            <a:ext cx="921715" cy="58189"/>
          </a:xfrm>
          <a:prstGeom prst="rect">
            <a:avLst/>
          </a:prstGeom>
          <a:solidFill>
            <a:srgbClr val="E68FE0"/>
          </a:solidFill>
          <a:ln w="12700">
            <a:solidFill>
              <a:srgbClr val="E68FE0"/>
            </a:solidFill>
            <a:prstDash val="solid"/>
          </a:ln>
        </p:spPr>
      </p:sp>
      <p:sp>
        <p:nvSpPr>
          <p:cNvPr id="62" name="Shape 60"/>
          <p:cNvSpPr/>
          <p:nvPr/>
        </p:nvSpPr>
        <p:spPr>
          <a:xfrm>
            <a:off x="4719634" y="3147531"/>
            <a:ext cx="921715" cy="58189"/>
          </a:xfrm>
          <a:prstGeom prst="rect">
            <a:avLst/>
          </a:prstGeom>
          <a:solidFill>
            <a:srgbClr val="FFA500"/>
          </a:solidFill>
          <a:ln w="12700">
            <a:solidFill>
              <a:srgbClr val="FFA500"/>
            </a:solidFill>
            <a:prstDash val="solid"/>
          </a:ln>
        </p:spPr>
      </p:sp>
      <p:sp>
        <p:nvSpPr>
          <p:cNvPr id="63" name="Shape 61"/>
          <p:cNvSpPr/>
          <p:nvPr/>
        </p:nvSpPr>
        <p:spPr>
          <a:xfrm>
            <a:off x="4719634" y="3219686"/>
            <a:ext cx="921715" cy="58189"/>
          </a:xfrm>
          <a:prstGeom prst="rect">
            <a:avLst/>
          </a:prstGeom>
          <a:solidFill>
            <a:srgbClr val="90EE90"/>
          </a:solidFill>
          <a:ln w="12700">
            <a:solidFill>
              <a:srgbClr val="90EE90"/>
            </a:solidFill>
            <a:prstDash val="solid"/>
          </a:ln>
        </p:spPr>
      </p:sp>
      <p:sp>
        <p:nvSpPr>
          <p:cNvPr id="64" name="Shape 62"/>
          <p:cNvSpPr/>
          <p:nvPr/>
        </p:nvSpPr>
        <p:spPr>
          <a:xfrm>
            <a:off x="4719634" y="3291840"/>
            <a:ext cx="921715" cy="58189"/>
          </a:xfrm>
          <a:prstGeom prst="rect">
            <a:avLst/>
          </a:prstGeom>
          <a:solidFill>
            <a:srgbClr val="FF6B6B"/>
          </a:solidFill>
          <a:ln w="12700">
            <a:solidFill>
              <a:srgbClr val="FF6B6B"/>
            </a:solidFill>
            <a:prstDash val="solid"/>
          </a:ln>
        </p:spPr>
      </p:sp>
      <p:sp>
        <p:nvSpPr>
          <p:cNvPr id="65" name="Shape 63"/>
          <p:cNvSpPr/>
          <p:nvPr/>
        </p:nvSpPr>
        <p:spPr>
          <a:xfrm>
            <a:off x="4719634" y="3363994"/>
            <a:ext cx="921715" cy="58189"/>
          </a:xfrm>
          <a:prstGeom prst="rect">
            <a:avLst/>
          </a:prstGeom>
          <a:solidFill>
            <a:srgbClr val="7FB2E5"/>
          </a:solidFill>
          <a:ln w="12700">
            <a:solidFill>
              <a:srgbClr val="7FB2E5"/>
            </a:solidFill>
            <a:prstDash val="solid"/>
          </a:ln>
        </p:spPr>
      </p:sp>
      <p:sp>
        <p:nvSpPr>
          <p:cNvPr id="66" name="Shape 64"/>
          <p:cNvSpPr/>
          <p:nvPr/>
        </p:nvSpPr>
        <p:spPr>
          <a:xfrm>
            <a:off x="4719634" y="3436149"/>
            <a:ext cx="921715" cy="58189"/>
          </a:xfrm>
          <a:prstGeom prst="rect">
            <a:avLst/>
          </a:prstGeom>
          <a:solidFill>
            <a:srgbClr val="B0B0B0"/>
          </a:solidFill>
          <a:ln w="12700">
            <a:solidFill>
              <a:srgbClr val="B0B0B0"/>
            </a:solidFill>
            <a:prstDash val="solid"/>
          </a:ln>
        </p:spPr>
      </p:sp>
      <p:sp>
        <p:nvSpPr>
          <p:cNvPr id="67" name="Shape 65"/>
          <p:cNvSpPr/>
          <p:nvPr/>
        </p:nvSpPr>
        <p:spPr>
          <a:xfrm>
            <a:off x="5622729" y="1371600"/>
            <a:ext cx="46551" cy="2141359"/>
          </a:xfrm>
          <a:prstGeom prst="rect">
            <a:avLst/>
          </a:prstGeom>
          <a:solidFill>
            <a:srgbClr val="DEDCD7"/>
          </a:solidFill>
          <a:ln w="6350">
            <a:solidFill>
              <a:srgbClr val="CBC8C1"/>
            </a:solidFill>
            <a:prstDash val="solid"/>
          </a:ln>
        </p:spPr>
      </p:sp>
      <p:sp>
        <p:nvSpPr>
          <p:cNvPr id="68" name="Shape 66"/>
          <p:cNvSpPr/>
          <p:nvPr/>
        </p:nvSpPr>
        <p:spPr>
          <a:xfrm>
            <a:off x="5618074" y="3410546"/>
            <a:ext cx="55862" cy="55862"/>
          </a:xfrm>
          <a:prstGeom prst="ellipse">
            <a:avLst/>
          </a:prstGeom>
          <a:solidFill>
            <a:srgbClr val="A34D92"/>
          </a:solidFill>
          <a:ln w="12700">
            <a:solidFill>
              <a:srgbClr val="A34D92"/>
            </a:solidFill>
            <a:prstDash val="solid"/>
          </a:ln>
        </p:spPr>
      </p:sp>
      <p:sp>
        <p:nvSpPr>
          <p:cNvPr id="69" name="Shape 67"/>
          <p:cNvSpPr/>
          <p:nvPr/>
        </p:nvSpPr>
        <p:spPr>
          <a:xfrm>
            <a:off x="5017562" y="1371600"/>
            <a:ext cx="651718" cy="2141359"/>
          </a:xfrm>
          <a:prstGeom prst="rect">
            <a:avLst/>
          </a:prstGeom>
          <a:solidFill>
            <a:srgbClr val="ECECEC"/>
          </a:solidFill>
          <a:ln w="6350">
            <a:solidFill>
              <a:srgbClr val="D2D0CB"/>
            </a:solidFill>
            <a:prstDash val="solid"/>
          </a:ln>
          <a:effectLst>
            <a:outerShdw sx="100000" sy="100000" kx="0" ky="0" algn="bl" rotWithShape="0" blurRad="76200" dist="38100" dir="10800000">
              <a:srgbClr val="000000">
                <a:alpha val="25000"/>
              </a:srgbClr>
            </a:outerShdw>
          </a:effectLst>
        </p:spPr>
      </p:sp>
      <p:sp>
        <p:nvSpPr>
          <p:cNvPr id="70" name="Shape 68"/>
          <p:cNvSpPr/>
          <p:nvPr/>
        </p:nvSpPr>
        <p:spPr>
          <a:xfrm>
            <a:off x="5045493" y="1408841"/>
            <a:ext cx="595856" cy="186205"/>
          </a:xfrm>
          <a:prstGeom prst="rect">
            <a:avLst/>
          </a:prstGeom>
          <a:solidFill>
            <a:srgbClr val="F4F4F4"/>
          </a:solidFill>
          <a:ln w="12700">
            <a:solidFill>
              <a:srgbClr val="000000"/>
            </a:solidFill>
            <a:prstDash val="solid"/>
          </a:ln>
        </p:spPr>
      </p:sp>
      <p:sp>
        <p:nvSpPr>
          <p:cNvPr id="71" name="Text 69"/>
          <p:cNvSpPr txBox="1"/>
          <p:nvPr/>
        </p:nvSpPr>
        <p:spPr>
          <a:xfrm>
            <a:off x="5045493" y="1408841"/>
            <a:ext cx="595856" cy="186205"/>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 Group</a:t>
            </a:r>
            <a:endParaRPr lang="en-US" sz="600" dirty="0"/>
          </a:p>
        </p:txBody>
      </p:sp>
      <p:sp>
        <p:nvSpPr>
          <p:cNvPr id="72" name="Shape 70"/>
          <p:cNvSpPr/>
          <p:nvPr/>
        </p:nvSpPr>
        <p:spPr>
          <a:xfrm>
            <a:off x="5045493" y="1650908"/>
            <a:ext cx="595856" cy="93103"/>
          </a:xfrm>
          <a:prstGeom prst="rect">
            <a:avLst/>
          </a:prstGeom>
          <a:solidFill>
            <a:srgbClr val="B9B4AE"/>
          </a:solidFill>
          <a:ln w="12700">
            <a:solidFill>
              <a:srgbClr val="B9B4AE"/>
            </a:solidFill>
            <a:prstDash val="solid"/>
          </a:ln>
        </p:spPr>
      </p:sp>
      <p:sp>
        <p:nvSpPr>
          <p:cNvPr id="73" name="Text 71"/>
          <p:cNvSpPr txBox="1"/>
          <p:nvPr/>
        </p:nvSpPr>
        <p:spPr>
          <a:xfrm>
            <a:off x="5073424" y="1650908"/>
            <a:ext cx="558615" cy="931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74" name="Text 72"/>
          <p:cNvSpPr txBox="1"/>
          <p:nvPr/>
        </p:nvSpPr>
        <p:spPr>
          <a:xfrm>
            <a:off x="5073424" y="1762631"/>
            <a:ext cx="558615" cy="931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75" name="Text 73"/>
          <p:cNvSpPr txBox="1"/>
          <p:nvPr/>
        </p:nvSpPr>
        <p:spPr>
          <a:xfrm>
            <a:off x="5073424" y="1874354"/>
            <a:ext cx="558615" cy="931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76" name="Shape 74"/>
          <p:cNvSpPr/>
          <p:nvPr/>
        </p:nvSpPr>
        <p:spPr>
          <a:xfrm>
            <a:off x="5045493" y="1986077"/>
            <a:ext cx="595856" cy="93103"/>
          </a:xfrm>
          <a:prstGeom prst="rect">
            <a:avLst/>
          </a:prstGeom>
          <a:solidFill>
            <a:srgbClr val="B9B4AE"/>
          </a:solidFill>
          <a:ln w="12700">
            <a:solidFill>
              <a:srgbClr val="B9B4AE"/>
            </a:solidFill>
            <a:prstDash val="solid"/>
          </a:ln>
        </p:spPr>
      </p:sp>
      <p:sp>
        <p:nvSpPr>
          <p:cNvPr id="77" name="Text 75"/>
          <p:cNvSpPr txBox="1"/>
          <p:nvPr/>
        </p:nvSpPr>
        <p:spPr>
          <a:xfrm>
            <a:off x="5073424" y="1986077"/>
            <a:ext cx="558615" cy="931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2</a:t>
            </a:r>
            <a:endParaRPr lang="en-US" sz="500" dirty="0"/>
          </a:p>
        </p:txBody>
      </p:sp>
      <p:sp>
        <p:nvSpPr>
          <p:cNvPr id="78" name="Shape 76"/>
          <p:cNvSpPr/>
          <p:nvPr/>
        </p:nvSpPr>
        <p:spPr>
          <a:xfrm>
            <a:off x="5520316" y="3363994"/>
            <a:ext cx="111723" cy="111723"/>
          </a:xfrm>
          <a:prstGeom prst="ellipse">
            <a:avLst/>
          </a:prstGeom>
          <a:solidFill>
            <a:srgbClr val="A34D92"/>
          </a:solidFill>
          <a:ln w="12700">
            <a:solidFill>
              <a:srgbClr val="A34D92"/>
            </a:solidFill>
            <a:prstDash val="solid"/>
          </a:ln>
        </p:spPr>
      </p:sp>
      <p:sp>
        <p:nvSpPr>
          <p:cNvPr id="79" name="Shape 77"/>
          <p:cNvSpPr/>
          <p:nvPr/>
        </p:nvSpPr>
        <p:spPr>
          <a:xfrm>
            <a:off x="5557557" y="3401235"/>
            <a:ext cx="37241" cy="37241"/>
          </a:xfrm>
          <a:prstGeom prst="ellipse">
            <a:avLst/>
          </a:prstGeom>
          <a:solidFill>
            <a:srgbClr val="FFFFFF"/>
          </a:solidFill>
          <a:ln w="12700">
            <a:solidFill>
              <a:srgbClr val="FFFFFF"/>
            </a:solidFill>
            <a:prstDash val="solid"/>
          </a:ln>
        </p:spPr>
      </p:sp>
      <p:sp>
        <p:nvSpPr>
          <p:cNvPr id="80" name="Text 78"/>
          <p:cNvSpPr txBox="1"/>
          <p:nvPr/>
        </p:nvSpPr>
        <p:spPr>
          <a:xfrm>
            <a:off x="548640" y="3567823"/>
            <a:ext cx="51206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peek overlay: 140 px over the canvas, shadow on the inner edge</a:t>
            </a:r>
            <a:endParaRPr lang="en-US" sz="950" dirty="0"/>
          </a:p>
        </p:txBody>
      </p:sp>
      <p:sp>
        <p:nvSpPr>
          <p:cNvPr id="81" name="Shape 79"/>
          <p:cNvSpPr/>
          <p:nvPr/>
        </p:nvSpPr>
        <p:spPr>
          <a:xfrm>
            <a:off x="5713337" y="2323407"/>
            <a:ext cx="237744" cy="237744"/>
          </a:xfrm>
          <a:prstGeom prst="ellipse">
            <a:avLst/>
          </a:prstGeom>
          <a:solidFill>
            <a:srgbClr val="C2410C"/>
          </a:solidFill>
          <a:ln w="12700">
            <a:solidFill>
              <a:srgbClr val="C2410C"/>
            </a:solidFill>
            <a:prstDash val="solid"/>
          </a:ln>
        </p:spPr>
      </p:sp>
      <p:sp>
        <p:nvSpPr>
          <p:cNvPr id="82" name="Text 80"/>
          <p:cNvSpPr txBox="1"/>
          <p:nvPr/>
        </p:nvSpPr>
        <p:spPr>
          <a:xfrm>
            <a:off x="5713337" y="2323407"/>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3" name="Shape 81"/>
          <p:cNvSpPr/>
          <p:nvPr/>
        </p:nvSpPr>
        <p:spPr>
          <a:xfrm>
            <a:off x="5713337" y="1718241"/>
            <a:ext cx="237744" cy="237744"/>
          </a:xfrm>
          <a:prstGeom prst="ellipse">
            <a:avLst/>
          </a:prstGeom>
          <a:solidFill>
            <a:srgbClr val="C2410C"/>
          </a:solidFill>
          <a:ln w="12700">
            <a:solidFill>
              <a:srgbClr val="C2410C"/>
            </a:solidFill>
            <a:prstDash val="solid"/>
          </a:ln>
        </p:spPr>
      </p:sp>
      <p:sp>
        <p:nvSpPr>
          <p:cNvPr id="84" name="Text 82"/>
          <p:cNvSpPr txBox="1"/>
          <p:nvPr/>
        </p:nvSpPr>
        <p:spPr>
          <a:xfrm>
            <a:off x="5713337" y="1718241"/>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5" name="Shape 83"/>
          <p:cNvSpPr/>
          <p:nvPr/>
        </p:nvSpPr>
        <p:spPr>
          <a:xfrm>
            <a:off x="5713337" y="3300984"/>
            <a:ext cx="237744" cy="237744"/>
          </a:xfrm>
          <a:prstGeom prst="ellipse">
            <a:avLst/>
          </a:prstGeom>
          <a:solidFill>
            <a:srgbClr val="C2410C"/>
          </a:solidFill>
          <a:ln w="12700">
            <a:solidFill>
              <a:srgbClr val="C2410C"/>
            </a:solidFill>
            <a:prstDash val="solid"/>
          </a:ln>
        </p:spPr>
      </p:sp>
      <p:sp>
        <p:nvSpPr>
          <p:cNvPr id="86" name="Text 84"/>
          <p:cNvSpPr txBox="1"/>
          <p:nvPr/>
        </p:nvSpPr>
        <p:spPr>
          <a:xfrm>
            <a:off x="5713337" y="330098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87" name="Shape 85"/>
          <p:cNvSpPr/>
          <p:nvPr/>
        </p:nvSpPr>
        <p:spPr>
          <a:xfrm>
            <a:off x="6035040" y="1353312"/>
            <a:ext cx="256032" cy="256032"/>
          </a:xfrm>
          <a:prstGeom prst="ellipse">
            <a:avLst/>
          </a:prstGeom>
          <a:solidFill>
            <a:srgbClr val="C2410C"/>
          </a:solidFill>
          <a:ln w="12700">
            <a:solidFill>
              <a:srgbClr val="C2410C"/>
            </a:solidFill>
            <a:prstDash val="solid"/>
          </a:ln>
        </p:spPr>
      </p:sp>
      <p:sp>
        <p:nvSpPr>
          <p:cNvPr id="88" name="Text 86"/>
          <p:cNvSpPr txBox="1"/>
          <p:nvPr/>
        </p:nvSpPr>
        <p:spPr>
          <a:xfrm>
            <a:off x="6035040" y="135331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9" name="Text 87"/>
          <p:cNvSpPr txBox="1"/>
          <p:nvPr/>
        </p:nvSpPr>
        <p:spPr>
          <a:xfrm>
            <a:off x="6400800" y="132588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Edge strip</a:t>
            </a:r>
            <a:endParaRPr lang="en-US" sz="1350" dirty="0"/>
          </a:p>
        </p:txBody>
      </p:sp>
      <p:sp>
        <p:nvSpPr>
          <p:cNvPr id="90" name="Text 88"/>
          <p:cNvSpPr txBox="1"/>
          <p:nvPr/>
        </p:nvSpPr>
        <p:spPr>
          <a:xfrm>
            <a:off x="6400800" y="160020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Full height, 10 px, divider gray. Rotated GROUPS label and a magenta count badge keep the hidden feature visible. Hover 200 ms or click to peek.</a:t>
            </a:r>
            <a:endParaRPr lang="en-US" sz="1100" dirty="0"/>
          </a:p>
        </p:txBody>
      </p:sp>
      <p:sp>
        <p:nvSpPr>
          <p:cNvPr id="91" name="Shape 89"/>
          <p:cNvSpPr/>
          <p:nvPr/>
        </p:nvSpPr>
        <p:spPr>
          <a:xfrm>
            <a:off x="6035040" y="2176272"/>
            <a:ext cx="256032" cy="256032"/>
          </a:xfrm>
          <a:prstGeom prst="ellipse">
            <a:avLst/>
          </a:prstGeom>
          <a:solidFill>
            <a:srgbClr val="C2410C"/>
          </a:solidFill>
          <a:ln w="12700">
            <a:solidFill>
              <a:srgbClr val="C2410C"/>
            </a:solidFill>
            <a:prstDash val="solid"/>
          </a:ln>
        </p:spPr>
      </p:sp>
      <p:sp>
        <p:nvSpPr>
          <p:cNvPr id="92" name="Text 90"/>
          <p:cNvSpPr txBox="1"/>
          <p:nvPr/>
        </p:nvSpPr>
        <p:spPr>
          <a:xfrm>
            <a:off x="6035040" y="21762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3" name="Text 91"/>
          <p:cNvSpPr txBox="1"/>
          <p:nvPr/>
        </p:nvSpPr>
        <p:spPr>
          <a:xfrm>
            <a:off x="6400800" y="214884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Peek overlay</a:t>
            </a:r>
            <a:endParaRPr lang="en-US" sz="1350" dirty="0"/>
          </a:p>
        </p:txBody>
      </p:sp>
      <p:sp>
        <p:nvSpPr>
          <p:cNvPr id="94" name="Text 92"/>
          <p:cNvSpPr txBox="1"/>
          <p:nvPr/>
        </p:nvSpPr>
        <p:spPr>
          <a:xfrm>
            <a:off x="6400800" y="242316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Drawn above the canvas, anchored to the outer edge. Never resizes the canvas, so drawing is not interrupted. Closes 220 ms after the mouse leaves, or on Escape.</a:t>
            </a:r>
            <a:endParaRPr lang="en-US" sz="1100" dirty="0"/>
          </a:p>
        </p:txBody>
      </p:sp>
      <p:sp>
        <p:nvSpPr>
          <p:cNvPr id="95" name="Shape 93"/>
          <p:cNvSpPr/>
          <p:nvPr/>
        </p:nvSpPr>
        <p:spPr>
          <a:xfrm>
            <a:off x="6035040" y="2999232"/>
            <a:ext cx="256032" cy="256032"/>
          </a:xfrm>
          <a:prstGeom prst="ellipse">
            <a:avLst/>
          </a:prstGeom>
          <a:solidFill>
            <a:srgbClr val="C2410C"/>
          </a:solidFill>
          <a:ln w="12700">
            <a:solidFill>
              <a:srgbClr val="C2410C"/>
            </a:solidFill>
            <a:prstDash val="solid"/>
          </a:ln>
        </p:spPr>
      </p:sp>
      <p:sp>
        <p:nvSpPr>
          <p:cNvPr id="96" name="Text 94"/>
          <p:cNvSpPr txBox="1"/>
          <p:nvPr/>
        </p:nvSpPr>
        <p:spPr>
          <a:xfrm>
            <a:off x="6035040" y="29992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97" name="Text 95"/>
          <p:cNvSpPr txBox="1"/>
          <p:nvPr/>
        </p:nvSpPr>
        <p:spPr>
          <a:xfrm>
            <a:off x="6400800" y="297180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Pin</a:t>
            </a:r>
            <a:endParaRPr lang="en-US" sz="1350" dirty="0"/>
          </a:p>
        </p:txBody>
      </p:sp>
      <p:sp>
        <p:nvSpPr>
          <p:cNvPr id="98" name="Text 96"/>
          <p:cNvSpPr txBox="1"/>
          <p:nvPr/>
        </p:nvSpPr>
        <p:spPr>
          <a:xfrm>
            <a:off x="6400800" y="324612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Faint at rest, full on hover, tilted 45° in auto-hide. Tooltip flips between "Auto-hide groups" and "Pin groups". Reachable with Tab and Space.</a:t>
            </a:r>
            <a:endParaRPr lang="en-US" sz="1100" dirty="0"/>
          </a:p>
        </p:txBody>
      </p:sp>
      <p:sp>
        <p:nvSpPr>
          <p:cNvPr id="99" name="Text 97"/>
          <p:cNvSpPr txBox="1"/>
          <p:nvPr/>
        </p:nvSpPr>
        <p:spPr>
          <a:xfrm>
            <a:off x="6400800" y="379476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Touch and keyboard</a:t>
            </a:r>
            <a:endParaRPr lang="en-US" sz="1350" dirty="0"/>
          </a:p>
        </p:txBody>
      </p:sp>
      <p:sp>
        <p:nvSpPr>
          <p:cNvPr id="100" name="Text 98"/>
          <p:cNvSpPr txBox="1"/>
          <p:nvPr/>
        </p:nvSpPr>
        <p:spPr>
          <a:xfrm>
            <a:off x="6400800" y="406908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Tap on the strip peeks; tap outside closes. Ctrl+G toggles pinned and auto-hide. No hover anywhere in the keyboard path.</a:t>
            </a:r>
            <a:endParaRPr lang="en-US" sz="1100" dirty="0"/>
          </a:p>
        </p:txBody>
      </p:sp>
      <p:sp>
        <p:nvSpPr>
          <p:cNvPr id="101" name="Text 99"/>
          <p:cNvSpPr txBox="1"/>
          <p:nvPr/>
        </p:nvSpPr>
        <p:spPr>
          <a:xfrm>
            <a:off x="6400800" y="461772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Hebrew</a:t>
            </a:r>
            <a:endParaRPr lang="en-US" sz="1350" dirty="0"/>
          </a:p>
        </p:txBody>
      </p:sp>
      <p:sp>
        <p:nvSpPr>
          <p:cNvPr id="102" name="Text 100"/>
          <p:cNvSpPr txBox="1"/>
          <p:nvPr/>
        </p:nvSpPr>
        <p:spPr>
          <a:xfrm>
            <a:off x="6400800" y="489204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Strip, pin corner and slide direction mirror to the left edge, same as the layer panel already does.</a:t>
            </a:r>
            <a:endParaRPr lang="en-US" sz="1100" dirty="0"/>
          </a:p>
        </p:txBody>
      </p:sp>
      <p:sp>
        <p:nvSpPr>
          <p:cNvPr id="103" name="Text 101"/>
          <p:cNvSpPr txBox="1"/>
          <p:nvPr/>
        </p:nvSpPr>
        <p:spPr>
          <a:xfrm>
            <a:off x="6400800" y="544068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Persistence</a:t>
            </a:r>
            <a:endParaRPr lang="en-US" sz="1350" dirty="0"/>
          </a:p>
        </p:txBody>
      </p:sp>
      <p:sp>
        <p:nvSpPr>
          <p:cNvPr id="104" name="Text 102"/>
          <p:cNvSpPr txBox="1"/>
          <p:nvPr/>
        </p:nvSpPr>
        <p:spPr>
          <a:xfrm>
            <a:off x="6400800" y="571500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GroupPanelMode: pinned | auto in the settings file. Peek is never saved.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1 · B1 hover pin with peek</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9</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B1 · ASSESSMENT</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B1: elegant once learned, hover-dependent</a:t>
            </a:r>
            <a:endParaRPr lang="en-US" sz="3200" dirty="0"/>
          </a:p>
        </p:txBody>
      </p:sp>
      <p:sp>
        <p:nvSpPr>
          <p:cNvPr id="6" name="Shape 4"/>
          <p:cNvSpPr/>
          <p:nvPr/>
        </p:nvSpPr>
        <p:spPr>
          <a:xfrm>
            <a:off x="548640" y="1371600"/>
            <a:ext cx="3566160" cy="4480560"/>
          </a:xfrm>
          <a:prstGeom prst="roundRect">
            <a:avLst>
              <a:gd name="adj" fmla="val 2051"/>
            </a:avLst>
          </a:prstGeom>
          <a:solidFill>
            <a:srgbClr val="EEF5F0"/>
          </a:solidFill>
          <a:ln w="9525">
            <a:solidFill>
              <a:srgbClr val="DCD9D2"/>
            </a:solidFill>
            <a:prstDash val="solid"/>
          </a:ln>
        </p:spPr>
      </p:sp>
      <p:sp>
        <p:nvSpPr>
          <p:cNvPr id="7" name="Text 5"/>
          <p:cNvSpPr txBox="1"/>
          <p:nvPr/>
        </p:nvSpPr>
        <p:spPr>
          <a:xfrm>
            <a:off x="777240" y="1508760"/>
            <a:ext cx="2743200" cy="320040"/>
          </a:xfrm>
          <a:prstGeom prst="rect">
            <a:avLst/>
          </a:prstGeom>
          <a:noFill/>
          <a:ln/>
        </p:spPr>
        <p:txBody>
          <a:bodyPr wrap="square" lIns="0" tIns="0" rIns="0" bIns="0" rtlCol="0" anchor="ctr"/>
          <a:lstStyle/>
          <a:p>
            <a:pPr indent="0" marL="0">
              <a:buNone/>
            </a:pPr>
            <a:r>
              <a:rPr lang="en-US" sz="1600" b="1" dirty="0">
                <a:solidFill>
                  <a:srgbClr val="2E7D4F"/>
                </a:solidFill>
                <a:latin typeface="Calibri" pitchFamily="34" charset="0"/>
                <a:ea typeface="Calibri" pitchFamily="34" charset="-122"/>
                <a:cs typeface="Calibri" pitchFamily="34" charset="-120"/>
              </a:rPr>
              <a:t>For</a:t>
            </a:r>
            <a:endParaRPr lang="en-US" sz="1600" dirty="0"/>
          </a:p>
        </p:txBody>
      </p:sp>
      <p:sp>
        <p:nvSpPr>
          <p:cNvPr id="8" name="Text 6"/>
          <p:cNvSpPr txBox="1"/>
          <p:nvPr/>
        </p:nvSpPr>
        <p:spPr>
          <a:xfrm>
            <a:off x="777240" y="192024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Nothing added to the layout at rest; the pin is quiet until needed</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Groups stay one hover away, so hiding them costs almost nothing</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Full 140 px back to the canvas</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Pattern known from Visual Studio, JetBrains, Windows taskbar</a:t>
            </a:r>
            <a:endParaRPr lang="en-US" sz="1250" dirty="0"/>
          </a:p>
        </p:txBody>
      </p:sp>
      <p:sp>
        <p:nvSpPr>
          <p:cNvPr id="9" name="Shape 7"/>
          <p:cNvSpPr/>
          <p:nvPr/>
        </p:nvSpPr>
        <p:spPr>
          <a:xfrm>
            <a:off x="4297680" y="1371600"/>
            <a:ext cx="3566160" cy="4480560"/>
          </a:xfrm>
          <a:prstGeom prst="roundRect">
            <a:avLst>
              <a:gd name="adj" fmla="val 2051"/>
            </a:avLst>
          </a:prstGeom>
          <a:solidFill>
            <a:srgbClr val="FBEFEC"/>
          </a:solidFill>
          <a:ln w="9525">
            <a:solidFill>
              <a:srgbClr val="DCD9D2"/>
            </a:solidFill>
            <a:prstDash val="solid"/>
          </a:ln>
        </p:spPr>
      </p:sp>
      <p:sp>
        <p:nvSpPr>
          <p:cNvPr id="10" name="Text 8"/>
          <p:cNvSpPr txBox="1"/>
          <p:nvPr/>
        </p:nvSpPr>
        <p:spPr>
          <a:xfrm>
            <a:off x="4526280" y="1508760"/>
            <a:ext cx="2743200" cy="320040"/>
          </a:xfrm>
          <a:prstGeom prst="rect">
            <a:avLst/>
          </a:prstGeom>
          <a:noFill/>
          <a:ln/>
        </p:spPr>
        <p:txBody>
          <a:bodyPr wrap="square" lIns="0" tIns="0" rIns="0" bIns="0" rtlCol="0" anchor="ctr"/>
          <a:lstStyle/>
          <a:p>
            <a:pPr indent="0" marL="0">
              <a:buNone/>
            </a:pPr>
            <a:r>
              <a:rPr lang="en-US" sz="1600" b="1" dirty="0">
                <a:solidFill>
                  <a:srgbClr val="B42318"/>
                </a:solidFill>
                <a:latin typeface="Calibri" pitchFamily="34" charset="0"/>
                <a:ea typeface="Calibri" pitchFamily="34" charset="-122"/>
                <a:cs typeface="Calibri" pitchFamily="34" charset="-120"/>
              </a:rPr>
              <a:t>Against</a:t>
            </a:r>
            <a:endParaRPr lang="en-US" sz="1600" dirty="0"/>
          </a:p>
        </p:txBody>
      </p:sp>
      <p:sp>
        <p:nvSpPr>
          <p:cNvPr id="11" name="Text 9"/>
          <p:cNvSpPr txBox="1"/>
          <p:nvPr/>
        </p:nvSpPr>
        <p:spPr>
          <a:xfrm>
            <a:off x="4526280" y="192024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A control that hides itself is hardest to find the first time</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Peek needs a hover delay and a click fallback or it flashes</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Three states; the tilted pin is the only visible clue</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Overlay does not exist on touch without the click fallback</a:t>
            </a:r>
            <a:endParaRPr lang="en-US" sz="1250" dirty="0"/>
          </a:p>
        </p:txBody>
      </p:sp>
      <p:sp>
        <p:nvSpPr>
          <p:cNvPr id="12" name="Shape 10"/>
          <p:cNvSpPr/>
          <p:nvPr/>
        </p:nvSpPr>
        <p:spPr>
          <a:xfrm>
            <a:off x="8046720" y="1371600"/>
            <a:ext cx="3566160" cy="4480560"/>
          </a:xfrm>
          <a:prstGeom prst="roundRect">
            <a:avLst>
              <a:gd name="adj" fmla="val 2051"/>
            </a:avLst>
          </a:prstGeom>
          <a:solidFill>
            <a:srgbClr val="F3F2EF"/>
          </a:solidFill>
          <a:ln w="9525">
            <a:solidFill>
              <a:srgbClr val="DCD9D2"/>
            </a:solidFill>
            <a:prstDash val="solid"/>
          </a:ln>
        </p:spPr>
      </p:sp>
      <p:sp>
        <p:nvSpPr>
          <p:cNvPr id="13" name="Text 11"/>
          <p:cNvSpPr txBox="1"/>
          <p:nvPr/>
        </p:nvSpPr>
        <p:spPr>
          <a:xfrm>
            <a:off x="8275320" y="1508760"/>
            <a:ext cx="3200400" cy="32004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What it takes to build</a:t>
            </a:r>
            <a:endParaRPr lang="en-US" sz="1600" dirty="0"/>
          </a:p>
        </p:txBody>
      </p:sp>
      <p:sp>
        <p:nvSpPr>
          <p:cNvPr id="14" name="Text 12"/>
          <p:cNvSpPr txBox="1"/>
          <p:nvPr/>
        </p:nvSpPr>
        <p:spPr>
          <a:xfrm>
            <a:off x="8275320" y="192024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Pin button as a child of the group column, opacity driven by enter/leave events</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Reparent the group column into an overlay widget above the canvas in auto-hide; back into the inner splitter when pinned</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Edge strip widget with label and badge</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Two QTimers (200 ms open, 220 ms close) and one x-position animation</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Three-value setting, Ctrl+G, translations, RTL</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Effort: medium · Risk: medium</a:t>
            </a:r>
            <a:endParaRPr lang="en-US" sz="1200" dirty="0"/>
          </a:p>
        </p:txBody>
      </p:sp>
      <p:sp>
        <p:nvSpPr>
          <p:cNvPr id="15" name="Shape 13"/>
          <p:cNvSpPr/>
          <p:nvPr/>
        </p:nvSpPr>
        <p:spPr>
          <a:xfrm>
            <a:off x="548640" y="6035040"/>
            <a:ext cx="1463040" cy="256032"/>
          </a:xfrm>
          <a:prstGeom prst="roundRect">
            <a:avLst>
              <a:gd name="adj" fmla="val 50000"/>
            </a:avLst>
          </a:prstGeom>
          <a:solidFill>
            <a:srgbClr val="2E7D4F">
              <a:alpha val="18000"/>
            </a:srgbClr>
          </a:solidFill>
          <a:ln w="12700">
            <a:solidFill>
              <a:srgbClr val="2E7D4F"/>
            </a:solidFill>
            <a:prstDash val="solid"/>
          </a:ln>
        </p:spPr>
      </p:sp>
      <p:sp>
        <p:nvSpPr>
          <p:cNvPr id="16" name="Text 14"/>
          <p:cNvSpPr txBox="1"/>
          <p:nvPr/>
        </p:nvSpPr>
        <p:spPr>
          <a:xfrm>
            <a:off x="548640" y="6035040"/>
            <a:ext cx="1463040" cy="256032"/>
          </a:xfrm>
          <a:prstGeom prst="rect">
            <a:avLst/>
          </a:prstGeom>
          <a:noFill/>
          <a:ln/>
        </p:spPr>
        <p:txBody>
          <a:bodyPr wrap="square" lIns="0" tIns="0" rIns="0" bIns="0" rtlCol="0" anchor="ctr"/>
          <a:lstStyle/>
          <a:p>
            <a:pPr algn="ctr" indent="0" marL="0">
              <a:buNone/>
            </a:pPr>
            <a:r>
              <a:rPr lang="en-US" sz="1000" b="1" dirty="0">
                <a:solidFill>
                  <a:srgbClr val="2E7D4F"/>
                </a:solidFill>
                <a:latin typeface="Calibri" pitchFamily="34" charset="0"/>
                <a:ea typeface="Calibri" pitchFamily="34" charset="-122"/>
                <a:cs typeface="Calibri" pitchFamily="34" charset="-120"/>
              </a:rPr>
              <a:t>Canvas +140 px</a:t>
            </a:r>
            <a:endParaRPr lang="en-US" sz="1000" dirty="0"/>
          </a:p>
        </p:txBody>
      </p:sp>
      <p:sp>
        <p:nvSpPr>
          <p:cNvPr id="17" name="Shape 15"/>
          <p:cNvSpPr/>
          <p:nvPr/>
        </p:nvSpPr>
        <p:spPr>
          <a:xfrm>
            <a:off x="2148840" y="6035040"/>
            <a:ext cx="1463040" cy="256032"/>
          </a:xfrm>
          <a:prstGeom prst="roundRect">
            <a:avLst>
              <a:gd name="adj" fmla="val 50000"/>
            </a:avLst>
          </a:prstGeom>
          <a:solidFill>
            <a:srgbClr val="B42318">
              <a:alpha val="18000"/>
            </a:srgbClr>
          </a:solidFill>
          <a:ln w="12700">
            <a:solidFill>
              <a:srgbClr val="B42318"/>
            </a:solidFill>
            <a:prstDash val="solid"/>
          </a:ln>
        </p:spPr>
      </p:sp>
      <p:sp>
        <p:nvSpPr>
          <p:cNvPr id="18" name="Text 16"/>
          <p:cNvSpPr txBox="1"/>
          <p:nvPr/>
        </p:nvSpPr>
        <p:spPr>
          <a:xfrm>
            <a:off x="2148840" y="6035040"/>
            <a:ext cx="1463040" cy="256032"/>
          </a:xfrm>
          <a:prstGeom prst="rect">
            <a:avLst/>
          </a:prstGeom>
          <a:noFill/>
          <a:ln/>
        </p:spPr>
        <p:txBody>
          <a:bodyPr wrap="square" lIns="0" tIns="0" rIns="0" bIns="0" rtlCol="0" anchor="ctr"/>
          <a:lstStyle/>
          <a:p>
            <a:pPr algn="ctr" indent="0" marL="0">
              <a:buNone/>
            </a:pPr>
            <a:r>
              <a:rPr lang="en-US" sz="1000" b="1" dirty="0">
                <a:solidFill>
                  <a:srgbClr val="B42318"/>
                </a:solidFill>
                <a:latin typeface="Calibri" pitchFamily="34" charset="0"/>
                <a:ea typeface="Calibri" pitchFamily="34" charset="-122"/>
                <a:cs typeface="Calibri" pitchFamily="34" charset="-120"/>
              </a:rPr>
              <a:t>Hover dependent</a:t>
            </a:r>
            <a:endParaRPr lang="en-US" sz="1000" dirty="0"/>
          </a:p>
        </p:txBody>
      </p:sp>
      <p:sp>
        <p:nvSpPr>
          <p:cNvPr id="19" name="Shape 17"/>
          <p:cNvSpPr/>
          <p:nvPr/>
        </p:nvSpPr>
        <p:spPr>
          <a:xfrm>
            <a:off x="3749040" y="6035040"/>
            <a:ext cx="1371600" cy="256032"/>
          </a:xfrm>
          <a:prstGeom prst="roundRect">
            <a:avLst>
              <a:gd name="adj" fmla="val 50000"/>
            </a:avLst>
          </a:prstGeom>
          <a:solidFill>
            <a:srgbClr val="B7791F">
              <a:alpha val="18000"/>
            </a:srgbClr>
          </a:solidFill>
          <a:ln w="12700">
            <a:solidFill>
              <a:srgbClr val="B7791F"/>
            </a:solidFill>
            <a:prstDash val="solid"/>
          </a:ln>
        </p:spPr>
      </p:sp>
      <p:sp>
        <p:nvSpPr>
          <p:cNvPr id="20" name="Text 18"/>
          <p:cNvSpPr txBox="1"/>
          <p:nvPr/>
        </p:nvSpPr>
        <p:spPr>
          <a:xfrm>
            <a:off x="3749040" y="6035040"/>
            <a:ext cx="1371600" cy="256032"/>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Effort medium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1F21"/>
        </a:solidFill>
      </p:bgPr>
    </p:bg>
    <p:spTree>
      <p:nvGrpSpPr>
        <p:cNvPr id="1" name=""/>
        <p:cNvGrpSpPr/>
        <p:nvPr/>
      </p:nvGrpSpPr>
      <p:grpSpPr>
        <a:xfrm>
          <a:off x="0" y="0"/>
          <a:ext cx="0" cy="0"/>
          <a:chOff x="0" y="0"/>
          <a:chExt cx="0" cy="0"/>
        </a:xfrm>
      </p:grpSpPr>
      <p:sp>
        <p:nvSpPr>
          <p:cNvPr id="2" name="Text 0"/>
          <p:cNvSpPr txBox="1"/>
          <p:nvPr/>
        </p:nvSpPr>
        <p:spPr>
          <a:xfrm>
            <a:off x="731520" y="2011680"/>
            <a:ext cx="9144000" cy="274320"/>
          </a:xfrm>
          <a:prstGeom prst="rect">
            <a:avLst/>
          </a:prstGeom>
          <a:noFill/>
          <a:ln/>
        </p:spPr>
        <p:txBody>
          <a:bodyPr wrap="square" lIns="0" tIns="0" rIns="0" bIns="0" rtlCol="0" anchor="ctr"/>
          <a:lstStyle/>
          <a:p>
            <a:pPr indent="0" marL="0">
              <a:buNone/>
            </a:pPr>
            <a:r>
              <a:rPr lang="en-US" sz="1100" b="1" spc="300" kern="0" dirty="0">
                <a:solidFill>
                  <a:srgbClr val="A34D92"/>
                </a:solidFill>
                <a:latin typeface="Calibri" pitchFamily="34" charset="0"/>
                <a:ea typeface="Calibri" pitchFamily="34" charset="-122"/>
                <a:cs typeface="Calibri" pitchFamily="34" charset="-120"/>
              </a:rPr>
              <a:t>CHAPTER 2</a:t>
            </a:r>
            <a:endParaRPr lang="en-US" sz="1100" dirty="0"/>
          </a:p>
        </p:txBody>
      </p:sp>
      <p:sp>
        <p:nvSpPr>
          <p:cNvPr id="3" name="Text 1"/>
          <p:cNvSpPr txBox="1"/>
          <p:nvPr/>
        </p:nvSpPr>
        <p:spPr>
          <a:xfrm>
            <a:off x="731520" y="2377440"/>
            <a:ext cx="10515600" cy="146304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B2 · Tab on the divider</a:t>
            </a:r>
            <a:endParaRPr lang="en-US" sz="4400" dirty="0"/>
          </a:p>
        </p:txBody>
      </p:sp>
      <p:sp>
        <p:nvSpPr>
          <p:cNvPr id="4" name="Text 2"/>
          <p:cNvSpPr txBox="1"/>
          <p:nvPr/>
        </p:nvSpPr>
        <p:spPr>
          <a:xfrm>
            <a:off x="731520" y="3931920"/>
            <a:ext cx="9601200" cy="1097280"/>
          </a:xfrm>
          <a:prstGeom prst="rect">
            <a:avLst/>
          </a:prstGeom>
          <a:noFill/>
          <a:ln/>
        </p:spPr>
        <p:txBody>
          <a:bodyPr wrap="square" lIns="0" tIns="0" rIns="0" bIns="0" rtlCol="0" anchor="t"/>
          <a:lstStyle/>
          <a:p>
            <a:pPr indent="0" marL="0">
              <a:buNone/>
            </a:pPr>
            <a:r>
              <a:rPr lang="en-US" sz="1600" dirty="0">
                <a:solidFill>
                  <a:srgbClr val="CFCBC3"/>
                </a:solidFill>
                <a:latin typeface="Calibri" pitchFamily="34" charset="0"/>
                <a:ea typeface="Calibri" pitchFamily="34" charset="-122"/>
                <a:cs typeface="Calibri" pitchFamily="34" charset="-120"/>
              </a:rPr>
              <a:t>The divider between the layer list and the group column becomes a real splitter handle with a chevron tab. Click to collapse, drag to resize, double-click to toggle.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2 · B2 divider tab</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11</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B2 · AT A GLANCE</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The control: a tab on a divider you can drag</a:t>
            </a:r>
            <a:endParaRPr lang="en-US" sz="3200" dirty="0"/>
          </a:p>
        </p:txBody>
      </p:sp>
      <p:sp>
        <p:nvSpPr>
          <p:cNvPr id="6" name="Shape 4"/>
          <p:cNvSpPr/>
          <p:nvPr/>
        </p:nvSpPr>
        <p:spPr>
          <a:xfrm>
            <a:off x="548640" y="1371600"/>
            <a:ext cx="6583680" cy="2753175"/>
          </a:xfrm>
          <a:prstGeom prst="rect">
            <a:avLst/>
          </a:prstGeom>
          <a:solidFill>
            <a:srgbClr val="EBEBEB"/>
          </a:solidFill>
          <a:ln w="9525">
            <a:solidFill>
              <a:srgbClr val="B9B6B0"/>
            </a:solidFill>
            <a:prstDash val="solid"/>
          </a:ln>
        </p:spPr>
      </p:sp>
      <p:sp>
        <p:nvSpPr>
          <p:cNvPr id="7" name="Shape 5"/>
          <p:cNvSpPr/>
          <p:nvPr/>
        </p:nvSpPr>
        <p:spPr>
          <a:xfrm>
            <a:off x="596521" y="1407511"/>
            <a:ext cx="247529" cy="143644"/>
          </a:xfrm>
          <a:prstGeom prst="rect">
            <a:avLst/>
          </a:prstGeom>
          <a:solidFill>
            <a:srgbClr val="D3D3D3"/>
          </a:solidFill>
          <a:ln w="12700">
            <a:solidFill>
              <a:srgbClr val="D3D3D3"/>
            </a:solidFill>
            <a:prstDash val="solid"/>
          </a:ln>
        </p:spPr>
      </p:sp>
      <p:sp>
        <p:nvSpPr>
          <p:cNvPr id="8" name="Shape 6"/>
          <p:cNvSpPr/>
          <p:nvPr/>
        </p:nvSpPr>
        <p:spPr>
          <a:xfrm>
            <a:off x="873976" y="1407511"/>
            <a:ext cx="247529" cy="143644"/>
          </a:xfrm>
          <a:prstGeom prst="rect">
            <a:avLst/>
          </a:prstGeom>
          <a:solidFill>
            <a:srgbClr val="1B9E9E"/>
          </a:solidFill>
          <a:ln w="12700">
            <a:solidFill>
              <a:srgbClr val="1B9E9E"/>
            </a:solidFill>
            <a:prstDash val="solid"/>
          </a:ln>
        </p:spPr>
      </p:sp>
      <p:sp>
        <p:nvSpPr>
          <p:cNvPr id="9" name="Shape 7"/>
          <p:cNvSpPr/>
          <p:nvPr/>
        </p:nvSpPr>
        <p:spPr>
          <a:xfrm>
            <a:off x="1151431" y="1407511"/>
            <a:ext cx="247529" cy="143644"/>
          </a:xfrm>
          <a:prstGeom prst="rect">
            <a:avLst/>
          </a:prstGeom>
          <a:solidFill>
            <a:srgbClr val="F5C400"/>
          </a:solidFill>
          <a:ln w="12700">
            <a:solidFill>
              <a:srgbClr val="F5C400"/>
            </a:solidFill>
            <a:prstDash val="solid"/>
          </a:ln>
        </p:spPr>
      </p:sp>
      <p:sp>
        <p:nvSpPr>
          <p:cNvPr id="10" name="Shape 8"/>
          <p:cNvSpPr/>
          <p:nvPr/>
        </p:nvSpPr>
        <p:spPr>
          <a:xfrm>
            <a:off x="1428887" y="1407511"/>
            <a:ext cx="247529" cy="143644"/>
          </a:xfrm>
          <a:prstGeom prst="rect">
            <a:avLst/>
          </a:prstGeom>
          <a:solidFill>
            <a:srgbClr val="7B4A9E"/>
          </a:solidFill>
          <a:ln w="12700">
            <a:solidFill>
              <a:srgbClr val="7B4A9E"/>
            </a:solidFill>
            <a:prstDash val="solid"/>
          </a:ln>
        </p:spPr>
      </p:sp>
      <p:sp>
        <p:nvSpPr>
          <p:cNvPr id="11" name="Shape 9"/>
          <p:cNvSpPr/>
          <p:nvPr/>
        </p:nvSpPr>
        <p:spPr>
          <a:xfrm>
            <a:off x="1706342" y="1407511"/>
            <a:ext cx="247529" cy="143644"/>
          </a:xfrm>
          <a:prstGeom prst="rect">
            <a:avLst/>
          </a:prstGeom>
          <a:solidFill>
            <a:srgbClr val="E0640E"/>
          </a:solidFill>
          <a:ln w="12700">
            <a:solidFill>
              <a:srgbClr val="E0640E"/>
            </a:solidFill>
            <a:prstDash val="solid"/>
          </a:ln>
        </p:spPr>
      </p:sp>
      <p:sp>
        <p:nvSpPr>
          <p:cNvPr id="12" name="Shape 10"/>
          <p:cNvSpPr/>
          <p:nvPr/>
        </p:nvSpPr>
        <p:spPr>
          <a:xfrm>
            <a:off x="1983797" y="1407511"/>
            <a:ext cx="247529" cy="143644"/>
          </a:xfrm>
          <a:prstGeom prst="rect">
            <a:avLst/>
          </a:prstGeom>
          <a:solidFill>
            <a:srgbClr val="3A8CD8"/>
          </a:solidFill>
          <a:ln w="12700">
            <a:solidFill>
              <a:srgbClr val="3A8CD8"/>
            </a:solidFill>
            <a:prstDash val="solid"/>
          </a:ln>
        </p:spPr>
      </p:sp>
      <p:sp>
        <p:nvSpPr>
          <p:cNvPr id="13" name="Shape 11"/>
          <p:cNvSpPr/>
          <p:nvPr/>
        </p:nvSpPr>
        <p:spPr>
          <a:xfrm>
            <a:off x="2261252" y="1407511"/>
            <a:ext cx="247529" cy="143644"/>
          </a:xfrm>
          <a:prstGeom prst="rect">
            <a:avLst/>
          </a:prstGeom>
          <a:solidFill>
            <a:srgbClr val="E84A46"/>
          </a:solidFill>
          <a:ln w="12700">
            <a:solidFill>
              <a:srgbClr val="E84A46"/>
            </a:solidFill>
            <a:prstDash val="solid"/>
          </a:ln>
        </p:spPr>
      </p:sp>
      <p:sp>
        <p:nvSpPr>
          <p:cNvPr id="14" name="Shape 12"/>
          <p:cNvSpPr/>
          <p:nvPr/>
        </p:nvSpPr>
        <p:spPr>
          <a:xfrm>
            <a:off x="2538707" y="1407511"/>
            <a:ext cx="247529" cy="143644"/>
          </a:xfrm>
          <a:prstGeom prst="rect">
            <a:avLst/>
          </a:prstGeom>
          <a:solidFill>
            <a:srgbClr val="C7A7E8"/>
          </a:solidFill>
          <a:ln w="12700">
            <a:solidFill>
              <a:srgbClr val="C7A7E8"/>
            </a:solidFill>
            <a:prstDash val="solid"/>
          </a:ln>
        </p:spPr>
      </p:sp>
      <p:sp>
        <p:nvSpPr>
          <p:cNvPr id="15" name="Shape 13"/>
          <p:cNvSpPr/>
          <p:nvPr/>
        </p:nvSpPr>
        <p:spPr>
          <a:xfrm>
            <a:off x="2816162" y="1407511"/>
            <a:ext cx="247529" cy="143644"/>
          </a:xfrm>
          <a:prstGeom prst="rect">
            <a:avLst/>
          </a:prstGeom>
          <a:solidFill>
            <a:srgbClr val="F27EAE"/>
          </a:solidFill>
          <a:ln w="12700">
            <a:solidFill>
              <a:srgbClr val="F27EAE"/>
            </a:solidFill>
            <a:prstDash val="solid"/>
          </a:ln>
        </p:spPr>
      </p:sp>
      <p:sp>
        <p:nvSpPr>
          <p:cNvPr id="16" name="Shape 14"/>
          <p:cNvSpPr/>
          <p:nvPr/>
        </p:nvSpPr>
        <p:spPr>
          <a:xfrm>
            <a:off x="3093617" y="1407511"/>
            <a:ext cx="247529" cy="143644"/>
          </a:xfrm>
          <a:prstGeom prst="rect">
            <a:avLst/>
          </a:prstGeom>
          <a:solidFill>
            <a:srgbClr val="B58B7A"/>
          </a:solidFill>
          <a:ln w="12700">
            <a:solidFill>
              <a:srgbClr val="B58B7A"/>
            </a:solidFill>
            <a:prstDash val="solid"/>
          </a:ln>
        </p:spPr>
      </p:sp>
      <p:sp>
        <p:nvSpPr>
          <p:cNvPr id="17" name="Shape 15"/>
          <p:cNvSpPr/>
          <p:nvPr/>
        </p:nvSpPr>
        <p:spPr>
          <a:xfrm>
            <a:off x="3371072" y="1407511"/>
            <a:ext cx="247529" cy="143644"/>
          </a:xfrm>
          <a:prstGeom prst="rect">
            <a:avLst/>
          </a:prstGeom>
          <a:solidFill>
            <a:srgbClr val="A0475F"/>
          </a:solidFill>
          <a:ln w="12700">
            <a:solidFill>
              <a:srgbClr val="A0475F"/>
            </a:solidFill>
            <a:prstDash val="solid"/>
          </a:ln>
        </p:spPr>
      </p:sp>
      <p:sp>
        <p:nvSpPr>
          <p:cNvPr id="18" name="Shape 16"/>
          <p:cNvSpPr/>
          <p:nvPr/>
        </p:nvSpPr>
        <p:spPr>
          <a:xfrm>
            <a:off x="3648527" y="1407511"/>
            <a:ext cx="247529" cy="143644"/>
          </a:xfrm>
          <a:prstGeom prst="rect">
            <a:avLst/>
          </a:prstGeom>
          <a:solidFill>
            <a:srgbClr val="4BB543"/>
          </a:solidFill>
          <a:ln w="12700">
            <a:solidFill>
              <a:srgbClr val="4BB543"/>
            </a:solidFill>
            <a:prstDash val="solid"/>
          </a:ln>
        </p:spPr>
      </p:sp>
      <p:sp>
        <p:nvSpPr>
          <p:cNvPr id="19" name="Shape 17"/>
          <p:cNvSpPr/>
          <p:nvPr/>
        </p:nvSpPr>
        <p:spPr>
          <a:xfrm>
            <a:off x="3925982" y="1407511"/>
            <a:ext cx="247529" cy="143644"/>
          </a:xfrm>
          <a:prstGeom prst="rect">
            <a:avLst/>
          </a:prstGeom>
          <a:solidFill>
            <a:srgbClr val="B8BABB"/>
          </a:solidFill>
          <a:ln w="12700">
            <a:solidFill>
              <a:srgbClr val="B8BABB"/>
            </a:solidFill>
            <a:prstDash val="solid"/>
          </a:ln>
        </p:spPr>
      </p:sp>
      <p:sp>
        <p:nvSpPr>
          <p:cNvPr id="20" name="Shape 18"/>
          <p:cNvSpPr/>
          <p:nvPr/>
        </p:nvSpPr>
        <p:spPr>
          <a:xfrm>
            <a:off x="4203437" y="1407511"/>
            <a:ext cx="247529" cy="143644"/>
          </a:xfrm>
          <a:prstGeom prst="rect">
            <a:avLst/>
          </a:prstGeom>
          <a:solidFill>
            <a:srgbClr val="A34D92"/>
          </a:solidFill>
          <a:ln w="12700">
            <a:solidFill>
              <a:srgbClr val="A34D92"/>
            </a:solidFill>
            <a:prstDash val="solid"/>
          </a:ln>
        </p:spPr>
      </p:sp>
      <p:sp>
        <p:nvSpPr>
          <p:cNvPr id="21" name="Shape 19"/>
          <p:cNvSpPr/>
          <p:nvPr/>
        </p:nvSpPr>
        <p:spPr>
          <a:xfrm>
            <a:off x="4534759" y="1407511"/>
            <a:ext cx="299258" cy="143644"/>
          </a:xfrm>
          <a:prstGeom prst="rect">
            <a:avLst/>
          </a:prstGeom>
          <a:solidFill>
            <a:srgbClr val="F5C400"/>
          </a:solidFill>
          <a:ln w="12700">
            <a:solidFill>
              <a:srgbClr val="F5C400"/>
            </a:solidFill>
            <a:prstDash val="solid"/>
          </a:ln>
        </p:spPr>
      </p:sp>
      <p:sp>
        <p:nvSpPr>
          <p:cNvPr id="22" name="Shape 20"/>
          <p:cNvSpPr/>
          <p:nvPr/>
        </p:nvSpPr>
        <p:spPr>
          <a:xfrm>
            <a:off x="4857958" y="1407511"/>
            <a:ext cx="143644" cy="143644"/>
          </a:xfrm>
          <a:prstGeom prst="rect">
            <a:avLst/>
          </a:prstGeom>
          <a:solidFill>
            <a:srgbClr val="D0D0D0"/>
          </a:solidFill>
          <a:ln w="12700">
            <a:solidFill>
              <a:srgbClr val="D0D0D0"/>
            </a:solidFill>
            <a:prstDash val="solid"/>
          </a:ln>
        </p:spPr>
      </p:sp>
      <p:sp>
        <p:nvSpPr>
          <p:cNvPr id="23" name="Shape 21"/>
          <p:cNvSpPr/>
          <p:nvPr/>
        </p:nvSpPr>
        <p:spPr>
          <a:xfrm>
            <a:off x="716225" y="1587066"/>
            <a:ext cx="5985" cy="2537709"/>
          </a:xfrm>
          <a:prstGeom prst="rect">
            <a:avLst/>
          </a:prstGeom>
          <a:solidFill>
            <a:srgbClr val="DADADA"/>
          </a:solidFill>
          <a:ln w="12700">
            <a:solidFill>
              <a:srgbClr val="DADADA"/>
            </a:solidFill>
            <a:prstDash val="solid"/>
          </a:ln>
        </p:spPr>
      </p:sp>
      <p:sp>
        <p:nvSpPr>
          <p:cNvPr id="24" name="Shape 22"/>
          <p:cNvSpPr/>
          <p:nvPr/>
        </p:nvSpPr>
        <p:spPr>
          <a:xfrm>
            <a:off x="1051394" y="1587066"/>
            <a:ext cx="5985" cy="2537709"/>
          </a:xfrm>
          <a:prstGeom prst="rect">
            <a:avLst/>
          </a:prstGeom>
          <a:solidFill>
            <a:srgbClr val="DADADA"/>
          </a:solidFill>
          <a:ln w="12700">
            <a:solidFill>
              <a:srgbClr val="DADADA"/>
            </a:solidFill>
            <a:prstDash val="solid"/>
          </a:ln>
        </p:spPr>
      </p:sp>
      <p:sp>
        <p:nvSpPr>
          <p:cNvPr id="25" name="Shape 23"/>
          <p:cNvSpPr/>
          <p:nvPr/>
        </p:nvSpPr>
        <p:spPr>
          <a:xfrm>
            <a:off x="1386563" y="1587066"/>
            <a:ext cx="5985" cy="2537709"/>
          </a:xfrm>
          <a:prstGeom prst="rect">
            <a:avLst/>
          </a:prstGeom>
          <a:solidFill>
            <a:srgbClr val="DADADA"/>
          </a:solidFill>
          <a:ln w="12700">
            <a:solidFill>
              <a:srgbClr val="DADADA"/>
            </a:solidFill>
            <a:prstDash val="solid"/>
          </a:ln>
        </p:spPr>
      </p:sp>
      <p:sp>
        <p:nvSpPr>
          <p:cNvPr id="26" name="Shape 24"/>
          <p:cNvSpPr/>
          <p:nvPr/>
        </p:nvSpPr>
        <p:spPr>
          <a:xfrm>
            <a:off x="1721732" y="1587066"/>
            <a:ext cx="5985" cy="2537709"/>
          </a:xfrm>
          <a:prstGeom prst="rect">
            <a:avLst/>
          </a:prstGeom>
          <a:solidFill>
            <a:srgbClr val="DADADA"/>
          </a:solidFill>
          <a:ln w="12700">
            <a:solidFill>
              <a:srgbClr val="DADADA"/>
            </a:solidFill>
            <a:prstDash val="solid"/>
          </a:ln>
        </p:spPr>
      </p:sp>
      <p:sp>
        <p:nvSpPr>
          <p:cNvPr id="27" name="Shape 25"/>
          <p:cNvSpPr/>
          <p:nvPr/>
        </p:nvSpPr>
        <p:spPr>
          <a:xfrm>
            <a:off x="2056901" y="1587066"/>
            <a:ext cx="5985" cy="2537709"/>
          </a:xfrm>
          <a:prstGeom prst="rect">
            <a:avLst/>
          </a:prstGeom>
          <a:solidFill>
            <a:srgbClr val="DADADA"/>
          </a:solidFill>
          <a:ln w="12700">
            <a:solidFill>
              <a:srgbClr val="DADADA"/>
            </a:solidFill>
            <a:prstDash val="solid"/>
          </a:ln>
        </p:spPr>
      </p:sp>
      <p:sp>
        <p:nvSpPr>
          <p:cNvPr id="28" name="Shape 26"/>
          <p:cNvSpPr/>
          <p:nvPr/>
        </p:nvSpPr>
        <p:spPr>
          <a:xfrm>
            <a:off x="2392070" y="1587066"/>
            <a:ext cx="5985" cy="2537709"/>
          </a:xfrm>
          <a:prstGeom prst="rect">
            <a:avLst/>
          </a:prstGeom>
          <a:solidFill>
            <a:srgbClr val="DADADA"/>
          </a:solidFill>
          <a:ln w="12700">
            <a:solidFill>
              <a:srgbClr val="DADADA"/>
            </a:solidFill>
            <a:prstDash val="solid"/>
          </a:ln>
        </p:spPr>
      </p:sp>
      <p:sp>
        <p:nvSpPr>
          <p:cNvPr id="29" name="Shape 27"/>
          <p:cNvSpPr/>
          <p:nvPr/>
        </p:nvSpPr>
        <p:spPr>
          <a:xfrm>
            <a:off x="2727240" y="1587066"/>
            <a:ext cx="5985" cy="2537709"/>
          </a:xfrm>
          <a:prstGeom prst="rect">
            <a:avLst/>
          </a:prstGeom>
          <a:solidFill>
            <a:srgbClr val="DADADA"/>
          </a:solidFill>
          <a:ln w="12700">
            <a:solidFill>
              <a:srgbClr val="DADADA"/>
            </a:solidFill>
            <a:prstDash val="solid"/>
          </a:ln>
        </p:spPr>
      </p:sp>
      <p:sp>
        <p:nvSpPr>
          <p:cNvPr id="30" name="Shape 28"/>
          <p:cNvSpPr/>
          <p:nvPr/>
        </p:nvSpPr>
        <p:spPr>
          <a:xfrm>
            <a:off x="3062409" y="1587066"/>
            <a:ext cx="5985" cy="2537709"/>
          </a:xfrm>
          <a:prstGeom prst="rect">
            <a:avLst/>
          </a:prstGeom>
          <a:solidFill>
            <a:srgbClr val="DADADA"/>
          </a:solidFill>
          <a:ln w="12700">
            <a:solidFill>
              <a:srgbClr val="DADADA"/>
            </a:solidFill>
            <a:prstDash val="solid"/>
          </a:ln>
        </p:spPr>
      </p:sp>
      <p:sp>
        <p:nvSpPr>
          <p:cNvPr id="31" name="Shape 29"/>
          <p:cNvSpPr/>
          <p:nvPr/>
        </p:nvSpPr>
        <p:spPr>
          <a:xfrm>
            <a:off x="3397578" y="1587066"/>
            <a:ext cx="5985" cy="2537709"/>
          </a:xfrm>
          <a:prstGeom prst="rect">
            <a:avLst/>
          </a:prstGeom>
          <a:solidFill>
            <a:srgbClr val="DADADA"/>
          </a:solidFill>
          <a:ln w="12700">
            <a:solidFill>
              <a:srgbClr val="DADADA"/>
            </a:solidFill>
            <a:prstDash val="solid"/>
          </a:ln>
        </p:spPr>
      </p:sp>
      <p:sp>
        <p:nvSpPr>
          <p:cNvPr id="32" name="Shape 30"/>
          <p:cNvSpPr/>
          <p:nvPr/>
        </p:nvSpPr>
        <p:spPr>
          <a:xfrm>
            <a:off x="3732747" y="1587066"/>
            <a:ext cx="5985" cy="2537709"/>
          </a:xfrm>
          <a:prstGeom prst="rect">
            <a:avLst/>
          </a:prstGeom>
          <a:solidFill>
            <a:srgbClr val="DADADA"/>
          </a:solidFill>
          <a:ln w="12700">
            <a:solidFill>
              <a:srgbClr val="DADADA"/>
            </a:solidFill>
            <a:prstDash val="solid"/>
          </a:ln>
        </p:spPr>
      </p:sp>
      <p:sp>
        <p:nvSpPr>
          <p:cNvPr id="33" name="Shape 31"/>
          <p:cNvSpPr/>
          <p:nvPr/>
        </p:nvSpPr>
        <p:spPr>
          <a:xfrm>
            <a:off x="4067916" y="1587066"/>
            <a:ext cx="5985" cy="2537709"/>
          </a:xfrm>
          <a:prstGeom prst="rect">
            <a:avLst/>
          </a:prstGeom>
          <a:solidFill>
            <a:srgbClr val="DADADA"/>
          </a:solidFill>
          <a:ln w="12700">
            <a:solidFill>
              <a:srgbClr val="DADADA"/>
            </a:solidFill>
            <a:prstDash val="solid"/>
          </a:ln>
        </p:spPr>
      </p:sp>
      <p:sp>
        <p:nvSpPr>
          <p:cNvPr id="34" name="Shape 32"/>
          <p:cNvSpPr/>
          <p:nvPr/>
        </p:nvSpPr>
        <p:spPr>
          <a:xfrm>
            <a:off x="4403085" y="1587066"/>
            <a:ext cx="5985" cy="2537709"/>
          </a:xfrm>
          <a:prstGeom prst="rect">
            <a:avLst/>
          </a:prstGeom>
          <a:solidFill>
            <a:srgbClr val="DADADA"/>
          </a:solidFill>
          <a:ln w="12700">
            <a:solidFill>
              <a:srgbClr val="DADADA"/>
            </a:solidFill>
            <a:prstDash val="solid"/>
          </a:ln>
        </p:spPr>
      </p:sp>
      <p:sp>
        <p:nvSpPr>
          <p:cNvPr id="35" name="Shape 33"/>
          <p:cNvSpPr/>
          <p:nvPr/>
        </p:nvSpPr>
        <p:spPr>
          <a:xfrm>
            <a:off x="4738255" y="1587066"/>
            <a:ext cx="5985" cy="2537709"/>
          </a:xfrm>
          <a:prstGeom prst="rect">
            <a:avLst/>
          </a:prstGeom>
          <a:solidFill>
            <a:srgbClr val="DADADA"/>
          </a:solidFill>
          <a:ln w="12700">
            <a:solidFill>
              <a:srgbClr val="DADADA"/>
            </a:solidFill>
            <a:prstDash val="solid"/>
          </a:ln>
        </p:spPr>
      </p:sp>
      <p:sp>
        <p:nvSpPr>
          <p:cNvPr id="36" name="Shape 34"/>
          <p:cNvSpPr/>
          <p:nvPr/>
        </p:nvSpPr>
        <p:spPr>
          <a:xfrm>
            <a:off x="548640" y="1754650"/>
            <a:ext cx="4488873" cy="5985"/>
          </a:xfrm>
          <a:prstGeom prst="rect">
            <a:avLst/>
          </a:prstGeom>
          <a:solidFill>
            <a:srgbClr val="DADADA"/>
          </a:solidFill>
          <a:ln w="12700">
            <a:solidFill>
              <a:srgbClr val="DADADA"/>
            </a:solidFill>
            <a:prstDash val="solid"/>
          </a:ln>
        </p:spPr>
      </p:sp>
      <p:sp>
        <p:nvSpPr>
          <p:cNvPr id="37" name="Shape 35"/>
          <p:cNvSpPr/>
          <p:nvPr/>
        </p:nvSpPr>
        <p:spPr>
          <a:xfrm>
            <a:off x="548640" y="2089820"/>
            <a:ext cx="4488873" cy="5985"/>
          </a:xfrm>
          <a:prstGeom prst="rect">
            <a:avLst/>
          </a:prstGeom>
          <a:solidFill>
            <a:srgbClr val="DADADA"/>
          </a:solidFill>
          <a:ln w="12700">
            <a:solidFill>
              <a:srgbClr val="DADADA"/>
            </a:solidFill>
            <a:prstDash val="solid"/>
          </a:ln>
        </p:spPr>
      </p:sp>
      <p:sp>
        <p:nvSpPr>
          <p:cNvPr id="38" name="Shape 36"/>
          <p:cNvSpPr/>
          <p:nvPr/>
        </p:nvSpPr>
        <p:spPr>
          <a:xfrm>
            <a:off x="548640" y="2424989"/>
            <a:ext cx="4488873" cy="5985"/>
          </a:xfrm>
          <a:prstGeom prst="rect">
            <a:avLst/>
          </a:prstGeom>
          <a:solidFill>
            <a:srgbClr val="DADADA"/>
          </a:solidFill>
          <a:ln w="12700">
            <a:solidFill>
              <a:srgbClr val="DADADA"/>
            </a:solidFill>
            <a:prstDash val="solid"/>
          </a:ln>
        </p:spPr>
      </p:sp>
      <p:sp>
        <p:nvSpPr>
          <p:cNvPr id="39" name="Shape 37"/>
          <p:cNvSpPr/>
          <p:nvPr/>
        </p:nvSpPr>
        <p:spPr>
          <a:xfrm>
            <a:off x="548640" y="2760158"/>
            <a:ext cx="4488873" cy="5985"/>
          </a:xfrm>
          <a:prstGeom prst="rect">
            <a:avLst/>
          </a:prstGeom>
          <a:solidFill>
            <a:srgbClr val="DADADA"/>
          </a:solidFill>
          <a:ln w="12700">
            <a:solidFill>
              <a:srgbClr val="DADADA"/>
            </a:solidFill>
            <a:prstDash val="solid"/>
          </a:ln>
        </p:spPr>
      </p:sp>
      <p:sp>
        <p:nvSpPr>
          <p:cNvPr id="40" name="Shape 38"/>
          <p:cNvSpPr/>
          <p:nvPr/>
        </p:nvSpPr>
        <p:spPr>
          <a:xfrm>
            <a:off x="548640" y="3095327"/>
            <a:ext cx="4488873" cy="5985"/>
          </a:xfrm>
          <a:prstGeom prst="rect">
            <a:avLst/>
          </a:prstGeom>
          <a:solidFill>
            <a:srgbClr val="DADADA"/>
          </a:solidFill>
          <a:ln w="12700">
            <a:solidFill>
              <a:srgbClr val="DADADA"/>
            </a:solidFill>
            <a:prstDash val="solid"/>
          </a:ln>
        </p:spPr>
      </p:sp>
      <p:sp>
        <p:nvSpPr>
          <p:cNvPr id="41" name="Shape 39"/>
          <p:cNvSpPr/>
          <p:nvPr/>
        </p:nvSpPr>
        <p:spPr>
          <a:xfrm>
            <a:off x="548640" y="3430496"/>
            <a:ext cx="4488873" cy="5985"/>
          </a:xfrm>
          <a:prstGeom prst="rect">
            <a:avLst/>
          </a:prstGeom>
          <a:solidFill>
            <a:srgbClr val="DADADA"/>
          </a:solidFill>
          <a:ln w="12700">
            <a:solidFill>
              <a:srgbClr val="DADADA"/>
            </a:solidFill>
            <a:prstDash val="solid"/>
          </a:ln>
        </p:spPr>
      </p:sp>
      <p:sp>
        <p:nvSpPr>
          <p:cNvPr id="42" name="Shape 40"/>
          <p:cNvSpPr/>
          <p:nvPr/>
        </p:nvSpPr>
        <p:spPr>
          <a:xfrm>
            <a:off x="548640" y="3765665"/>
            <a:ext cx="4488873" cy="5985"/>
          </a:xfrm>
          <a:prstGeom prst="rect">
            <a:avLst/>
          </a:prstGeom>
          <a:solidFill>
            <a:srgbClr val="DADADA"/>
          </a:solidFill>
          <a:ln w="12700">
            <a:solidFill>
              <a:srgbClr val="DADADA"/>
            </a:solidFill>
            <a:prstDash val="solid"/>
          </a:ln>
        </p:spPr>
      </p:sp>
      <p:sp>
        <p:nvSpPr>
          <p:cNvPr id="43" name="Shape 41"/>
          <p:cNvSpPr/>
          <p:nvPr/>
        </p:nvSpPr>
        <p:spPr>
          <a:xfrm>
            <a:off x="548640" y="4100835"/>
            <a:ext cx="4488873" cy="5985"/>
          </a:xfrm>
          <a:prstGeom prst="rect">
            <a:avLst/>
          </a:prstGeom>
          <a:solidFill>
            <a:srgbClr val="DADADA"/>
          </a:solidFill>
          <a:ln w="12700">
            <a:solidFill>
              <a:srgbClr val="DADADA"/>
            </a:solidFill>
            <a:prstDash val="solid"/>
          </a:ln>
        </p:spPr>
      </p:sp>
      <p:sp>
        <p:nvSpPr>
          <p:cNvPr id="44" name="Shape 42"/>
          <p:cNvSpPr/>
          <p:nvPr/>
        </p:nvSpPr>
        <p:spPr>
          <a:xfrm>
            <a:off x="5037513" y="1371600"/>
            <a:ext cx="2094807" cy="2753175"/>
          </a:xfrm>
          <a:prstGeom prst="rect">
            <a:avLst/>
          </a:prstGeom>
          <a:solidFill>
            <a:srgbClr val="ECECEC"/>
          </a:solidFill>
          <a:ln w="6350">
            <a:solidFill>
              <a:srgbClr val="D2D0CB"/>
            </a:solidFill>
            <a:prstDash val="solid"/>
          </a:ln>
        </p:spPr>
      </p:sp>
      <p:sp>
        <p:nvSpPr>
          <p:cNvPr id="45" name="Shape 43"/>
          <p:cNvSpPr/>
          <p:nvPr/>
        </p:nvSpPr>
        <p:spPr>
          <a:xfrm>
            <a:off x="5378667" y="1431452"/>
            <a:ext cx="155614" cy="155614"/>
          </a:xfrm>
          <a:prstGeom prst="ellipse">
            <a:avLst/>
          </a:prstGeom>
          <a:solidFill>
            <a:srgbClr val="8E44E0"/>
          </a:solidFill>
          <a:ln w="12700">
            <a:solidFill>
              <a:srgbClr val="8E44E0"/>
            </a:solidFill>
            <a:prstDash val="solid"/>
          </a:ln>
        </p:spPr>
      </p:sp>
      <p:sp>
        <p:nvSpPr>
          <p:cNvPr id="46" name="Shape 44"/>
          <p:cNvSpPr/>
          <p:nvPr/>
        </p:nvSpPr>
        <p:spPr>
          <a:xfrm>
            <a:off x="5570192" y="1431452"/>
            <a:ext cx="155614" cy="155614"/>
          </a:xfrm>
          <a:prstGeom prst="ellipse">
            <a:avLst/>
          </a:prstGeom>
          <a:solidFill>
            <a:srgbClr val="7A7A7A"/>
          </a:solidFill>
          <a:ln w="12700">
            <a:solidFill>
              <a:srgbClr val="7A7A7A"/>
            </a:solidFill>
            <a:prstDash val="solid"/>
          </a:ln>
        </p:spPr>
      </p:sp>
      <p:sp>
        <p:nvSpPr>
          <p:cNvPr id="47" name="Shape 45"/>
          <p:cNvSpPr/>
          <p:nvPr/>
        </p:nvSpPr>
        <p:spPr>
          <a:xfrm>
            <a:off x="5761718" y="1431452"/>
            <a:ext cx="155614" cy="155614"/>
          </a:xfrm>
          <a:prstGeom prst="ellipse">
            <a:avLst/>
          </a:prstGeom>
          <a:solidFill>
            <a:srgbClr val="7A7A7A"/>
          </a:solidFill>
          <a:ln w="12700">
            <a:solidFill>
              <a:srgbClr val="7A7A7A"/>
            </a:solidFill>
            <a:prstDash val="solid"/>
          </a:ln>
        </p:spPr>
      </p:sp>
      <p:sp>
        <p:nvSpPr>
          <p:cNvPr id="48" name="Shape 46"/>
          <p:cNvSpPr/>
          <p:nvPr/>
        </p:nvSpPr>
        <p:spPr>
          <a:xfrm>
            <a:off x="5378667" y="1622977"/>
            <a:ext cx="155614" cy="155614"/>
          </a:xfrm>
          <a:prstGeom prst="ellipse">
            <a:avLst/>
          </a:prstGeom>
          <a:solidFill>
            <a:srgbClr val="F5C400"/>
          </a:solidFill>
          <a:ln w="12700">
            <a:solidFill>
              <a:srgbClr val="F5C400"/>
            </a:solidFill>
            <a:prstDash val="solid"/>
          </a:ln>
        </p:spPr>
      </p:sp>
      <p:sp>
        <p:nvSpPr>
          <p:cNvPr id="49" name="Shape 47"/>
          <p:cNvSpPr/>
          <p:nvPr/>
        </p:nvSpPr>
        <p:spPr>
          <a:xfrm>
            <a:off x="5570192" y="1622977"/>
            <a:ext cx="155614" cy="155614"/>
          </a:xfrm>
          <a:prstGeom prst="ellipse">
            <a:avLst/>
          </a:prstGeom>
          <a:solidFill>
            <a:srgbClr val="F5C400"/>
          </a:solidFill>
          <a:ln w="12700">
            <a:solidFill>
              <a:srgbClr val="F5C400"/>
            </a:solidFill>
            <a:prstDash val="solid"/>
          </a:ln>
        </p:spPr>
      </p:sp>
      <p:sp>
        <p:nvSpPr>
          <p:cNvPr id="50" name="Shape 48"/>
          <p:cNvSpPr/>
          <p:nvPr/>
        </p:nvSpPr>
        <p:spPr>
          <a:xfrm>
            <a:off x="5761718" y="1622977"/>
            <a:ext cx="155614" cy="155614"/>
          </a:xfrm>
          <a:prstGeom prst="ellipse">
            <a:avLst/>
          </a:prstGeom>
          <a:solidFill>
            <a:srgbClr val="8B0000"/>
          </a:solidFill>
          <a:ln w="12700">
            <a:solidFill>
              <a:srgbClr val="8B0000"/>
            </a:solidFill>
            <a:prstDash val="solid"/>
          </a:ln>
        </p:spPr>
      </p:sp>
      <p:sp>
        <p:nvSpPr>
          <p:cNvPr id="51" name="Shape 49"/>
          <p:cNvSpPr/>
          <p:nvPr/>
        </p:nvSpPr>
        <p:spPr>
          <a:xfrm>
            <a:off x="5378667" y="1814502"/>
            <a:ext cx="155614" cy="155614"/>
          </a:xfrm>
          <a:prstGeom prst="ellipse">
            <a:avLst/>
          </a:prstGeom>
          <a:solidFill>
            <a:srgbClr val="2FB94A"/>
          </a:solidFill>
          <a:ln w="12700">
            <a:solidFill>
              <a:srgbClr val="2FB94A"/>
            </a:solidFill>
            <a:prstDash val="solid"/>
          </a:ln>
        </p:spPr>
      </p:sp>
      <p:sp>
        <p:nvSpPr>
          <p:cNvPr id="52" name="Shape 50"/>
          <p:cNvSpPr/>
          <p:nvPr/>
        </p:nvSpPr>
        <p:spPr>
          <a:xfrm>
            <a:off x="5570192" y="1814502"/>
            <a:ext cx="155614" cy="155614"/>
          </a:xfrm>
          <a:prstGeom prst="ellipse">
            <a:avLst/>
          </a:prstGeom>
          <a:solidFill>
            <a:srgbClr val="C9A07A"/>
          </a:solidFill>
          <a:ln w="12700">
            <a:solidFill>
              <a:srgbClr val="C9A07A"/>
            </a:solidFill>
            <a:prstDash val="solid"/>
          </a:ln>
        </p:spPr>
      </p:sp>
      <p:sp>
        <p:nvSpPr>
          <p:cNvPr id="53" name="Shape 51"/>
          <p:cNvSpPr/>
          <p:nvPr/>
        </p:nvSpPr>
        <p:spPr>
          <a:xfrm>
            <a:off x="5761718" y="1814502"/>
            <a:ext cx="155614" cy="155614"/>
          </a:xfrm>
          <a:prstGeom prst="ellipse">
            <a:avLst/>
          </a:prstGeom>
          <a:solidFill>
            <a:srgbClr val="C9A07A"/>
          </a:solidFill>
          <a:ln w="12700">
            <a:solidFill>
              <a:srgbClr val="C9A07A"/>
            </a:solidFill>
            <a:prstDash val="solid"/>
          </a:ln>
        </p:spPr>
      </p:sp>
      <p:sp>
        <p:nvSpPr>
          <p:cNvPr id="54" name="Shape 52"/>
          <p:cNvSpPr/>
          <p:nvPr/>
        </p:nvSpPr>
        <p:spPr>
          <a:xfrm>
            <a:off x="5288890" y="3167149"/>
            <a:ext cx="718220" cy="161599"/>
          </a:xfrm>
          <a:prstGeom prst="rect">
            <a:avLst/>
          </a:prstGeom>
          <a:solidFill>
            <a:srgbClr val="8E7A9E"/>
          </a:solidFill>
          <a:ln w="12700">
            <a:solidFill>
              <a:srgbClr val="8E7A9E"/>
            </a:solidFill>
            <a:prstDash val="solid"/>
          </a:ln>
        </p:spPr>
      </p:sp>
      <p:sp>
        <p:nvSpPr>
          <p:cNvPr id="55" name="Shape 53"/>
          <p:cNvSpPr/>
          <p:nvPr/>
        </p:nvSpPr>
        <p:spPr>
          <a:xfrm>
            <a:off x="6013094" y="3179119"/>
            <a:ext cx="23941" cy="137659"/>
          </a:xfrm>
          <a:prstGeom prst="rect">
            <a:avLst/>
          </a:prstGeom>
          <a:solidFill>
            <a:srgbClr val="2FB94A"/>
          </a:solidFill>
          <a:ln w="12700">
            <a:solidFill>
              <a:srgbClr val="2FB94A"/>
            </a:solidFill>
            <a:prstDash val="solid"/>
          </a:ln>
        </p:spPr>
      </p:sp>
      <p:sp>
        <p:nvSpPr>
          <p:cNvPr id="56" name="Shape 54"/>
          <p:cNvSpPr/>
          <p:nvPr/>
        </p:nvSpPr>
        <p:spPr>
          <a:xfrm>
            <a:off x="5288890" y="3352689"/>
            <a:ext cx="718220" cy="161599"/>
          </a:xfrm>
          <a:prstGeom prst="rect">
            <a:avLst/>
          </a:prstGeom>
          <a:solidFill>
            <a:srgbClr val="C9A7E6"/>
          </a:solidFill>
          <a:ln w="12700">
            <a:solidFill>
              <a:srgbClr val="C9A7E6"/>
            </a:solidFill>
            <a:prstDash val="solid"/>
          </a:ln>
        </p:spPr>
      </p:sp>
      <p:sp>
        <p:nvSpPr>
          <p:cNvPr id="57" name="Shape 55"/>
          <p:cNvSpPr/>
          <p:nvPr/>
        </p:nvSpPr>
        <p:spPr>
          <a:xfrm>
            <a:off x="6013094" y="3364659"/>
            <a:ext cx="23941" cy="137659"/>
          </a:xfrm>
          <a:prstGeom prst="rect">
            <a:avLst/>
          </a:prstGeom>
          <a:solidFill>
            <a:srgbClr val="2FB94A"/>
          </a:solidFill>
          <a:ln w="12700">
            <a:solidFill>
              <a:srgbClr val="2FB94A"/>
            </a:solidFill>
            <a:prstDash val="solid"/>
          </a:ln>
        </p:spPr>
      </p:sp>
      <p:sp>
        <p:nvSpPr>
          <p:cNvPr id="58" name="Shape 56"/>
          <p:cNvSpPr/>
          <p:nvPr/>
        </p:nvSpPr>
        <p:spPr>
          <a:xfrm>
            <a:off x="5073424" y="3562170"/>
            <a:ext cx="1149151" cy="74815"/>
          </a:xfrm>
          <a:prstGeom prst="rect">
            <a:avLst/>
          </a:prstGeom>
          <a:solidFill>
            <a:srgbClr val="E68FE0"/>
          </a:solidFill>
          <a:ln w="12700">
            <a:solidFill>
              <a:srgbClr val="E68FE0"/>
            </a:solidFill>
            <a:prstDash val="solid"/>
          </a:ln>
        </p:spPr>
      </p:sp>
      <p:sp>
        <p:nvSpPr>
          <p:cNvPr id="59" name="Shape 57"/>
          <p:cNvSpPr/>
          <p:nvPr/>
        </p:nvSpPr>
        <p:spPr>
          <a:xfrm>
            <a:off x="5073424" y="3654940"/>
            <a:ext cx="1149151" cy="74815"/>
          </a:xfrm>
          <a:prstGeom prst="rect">
            <a:avLst/>
          </a:prstGeom>
          <a:solidFill>
            <a:srgbClr val="FFA500"/>
          </a:solidFill>
          <a:ln w="12700">
            <a:solidFill>
              <a:srgbClr val="FFA500"/>
            </a:solidFill>
            <a:prstDash val="solid"/>
          </a:ln>
        </p:spPr>
      </p:sp>
      <p:sp>
        <p:nvSpPr>
          <p:cNvPr id="60" name="Shape 58"/>
          <p:cNvSpPr/>
          <p:nvPr/>
        </p:nvSpPr>
        <p:spPr>
          <a:xfrm>
            <a:off x="5073424" y="3747710"/>
            <a:ext cx="1149151" cy="74815"/>
          </a:xfrm>
          <a:prstGeom prst="rect">
            <a:avLst/>
          </a:prstGeom>
          <a:solidFill>
            <a:srgbClr val="90EE90"/>
          </a:solidFill>
          <a:ln w="12700">
            <a:solidFill>
              <a:srgbClr val="90EE90"/>
            </a:solidFill>
            <a:prstDash val="solid"/>
          </a:ln>
        </p:spPr>
      </p:sp>
      <p:sp>
        <p:nvSpPr>
          <p:cNvPr id="61" name="Shape 59"/>
          <p:cNvSpPr/>
          <p:nvPr/>
        </p:nvSpPr>
        <p:spPr>
          <a:xfrm>
            <a:off x="5073424" y="3840480"/>
            <a:ext cx="1149151" cy="74815"/>
          </a:xfrm>
          <a:prstGeom prst="rect">
            <a:avLst/>
          </a:prstGeom>
          <a:solidFill>
            <a:srgbClr val="FF6B6B"/>
          </a:solidFill>
          <a:ln w="12700">
            <a:solidFill>
              <a:srgbClr val="FF6B6B"/>
            </a:solidFill>
            <a:prstDash val="solid"/>
          </a:ln>
        </p:spPr>
      </p:sp>
      <p:sp>
        <p:nvSpPr>
          <p:cNvPr id="62" name="Shape 60"/>
          <p:cNvSpPr/>
          <p:nvPr/>
        </p:nvSpPr>
        <p:spPr>
          <a:xfrm>
            <a:off x="5073424" y="3933250"/>
            <a:ext cx="1149151" cy="74815"/>
          </a:xfrm>
          <a:prstGeom prst="rect">
            <a:avLst/>
          </a:prstGeom>
          <a:solidFill>
            <a:srgbClr val="7FB2E5"/>
          </a:solidFill>
          <a:ln w="12700">
            <a:solidFill>
              <a:srgbClr val="7FB2E5"/>
            </a:solidFill>
            <a:prstDash val="solid"/>
          </a:ln>
        </p:spPr>
      </p:sp>
      <p:sp>
        <p:nvSpPr>
          <p:cNvPr id="63" name="Shape 61"/>
          <p:cNvSpPr/>
          <p:nvPr/>
        </p:nvSpPr>
        <p:spPr>
          <a:xfrm>
            <a:off x="5073424" y="4026020"/>
            <a:ext cx="1149151" cy="74815"/>
          </a:xfrm>
          <a:prstGeom prst="rect">
            <a:avLst/>
          </a:prstGeom>
          <a:solidFill>
            <a:srgbClr val="B0B0B0"/>
          </a:solidFill>
          <a:ln w="12700">
            <a:solidFill>
              <a:srgbClr val="B0B0B0"/>
            </a:solidFill>
            <a:prstDash val="solid"/>
          </a:ln>
        </p:spPr>
      </p:sp>
      <p:sp>
        <p:nvSpPr>
          <p:cNvPr id="64" name="Shape 62"/>
          <p:cNvSpPr/>
          <p:nvPr/>
        </p:nvSpPr>
        <p:spPr>
          <a:xfrm>
            <a:off x="6258486" y="1371600"/>
            <a:ext cx="35911" cy="2753175"/>
          </a:xfrm>
          <a:prstGeom prst="rect">
            <a:avLst/>
          </a:prstGeom>
          <a:solidFill>
            <a:srgbClr val="DEDCD7"/>
          </a:solidFill>
          <a:ln w="6350">
            <a:solidFill>
              <a:srgbClr val="CBC8C1"/>
            </a:solidFill>
            <a:prstDash val="solid"/>
          </a:ln>
        </p:spPr>
      </p:sp>
      <p:sp>
        <p:nvSpPr>
          <p:cNvPr id="65" name="Shape 63"/>
          <p:cNvSpPr/>
          <p:nvPr/>
        </p:nvSpPr>
        <p:spPr>
          <a:xfrm>
            <a:off x="6330308" y="1419481"/>
            <a:ext cx="766101" cy="239407"/>
          </a:xfrm>
          <a:prstGeom prst="rect">
            <a:avLst/>
          </a:prstGeom>
          <a:solidFill>
            <a:srgbClr val="F4F4F4"/>
          </a:solidFill>
          <a:ln w="12700">
            <a:solidFill>
              <a:srgbClr val="000000"/>
            </a:solidFill>
            <a:prstDash val="solid"/>
          </a:ln>
        </p:spPr>
      </p:sp>
      <p:sp>
        <p:nvSpPr>
          <p:cNvPr id="66" name="Text 64"/>
          <p:cNvSpPr txBox="1"/>
          <p:nvPr/>
        </p:nvSpPr>
        <p:spPr>
          <a:xfrm>
            <a:off x="6330308" y="1419481"/>
            <a:ext cx="766101" cy="239407"/>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 Group</a:t>
            </a:r>
            <a:endParaRPr lang="en-US" sz="600" dirty="0"/>
          </a:p>
        </p:txBody>
      </p:sp>
      <p:sp>
        <p:nvSpPr>
          <p:cNvPr id="67" name="Shape 65"/>
          <p:cNvSpPr/>
          <p:nvPr/>
        </p:nvSpPr>
        <p:spPr>
          <a:xfrm>
            <a:off x="6330308" y="1730710"/>
            <a:ext cx="766101" cy="119703"/>
          </a:xfrm>
          <a:prstGeom prst="rect">
            <a:avLst/>
          </a:prstGeom>
          <a:solidFill>
            <a:srgbClr val="B9B4AE"/>
          </a:solidFill>
          <a:ln w="12700">
            <a:solidFill>
              <a:srgbClr val="B9B4AE"/>
            </a:solidFill>
            <a:prstDash val="solid"/>
          </a:ln>
        </p:spPr>
      </p:sp>
      <p:sp>
        <p:nvSpPr>
          <p:cNvPr id="68" name="Text 66"/>
          <p:cNvSpPr txBox="1"/>
          <p:nvPr/>
        </p:nvSpPr>
        <p:spPr>
          <a:xfrm>
            <a:off x="6366219" y="1730710"/>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69" name="Text 67"/>
          <p:cNvSpPr txBox="1"/>
          <p:nvPr/>
        </p:nvSpPr>
        <p:spPr>
          <a:xfrm>
            <a:off x="6366219" y="1874354"/>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70" name="Text 68"/>
          <p:cNvSpPr txBox="1"/>
          <p:nvPr/>
        </p:nvSpPr>
        <p:spPr>
          <a:xfrm>
            <a:off x="6366219" y="2017998"/>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71" name="Shape 69"/>
          <p:cNvSpPr/>
          <p:nvPr/>
        </p:nvSpPr>
        <p:spPr>
          <a:xfrm>
            <a:off x="6330308" y="2161642"/>
            <a:ext cx="766101" cy="119703"/>
          </a:xfrm>
          <a:prstGeom prst="rect">
            <a:avLst/>
          </a:prstGeom>
          <a:solidFill>
            <a:srgbClr val="B9B4AE"/>
          </a:solidFill>
          <a:ln w="12700">
            <a:solidFill>
              <a:srgbClr val="B9B4AE"/>
            </a:solidFill>
            <a:prstDash val="solid"/>
          </a:ln>
        </p:spPr>
      </p:sp>
      <p:sp>
        <p:nvSpPr>
          <p:cNvPr id="72" name="Text 70"/>
          <p:cNvSpPr txBox="1"/>
          <p:nvPr/>
        </p:nvSpPr>
        <p:spPr>
          <a:xfrm>
            <a:off x="6366219" y="2161642"/>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2</a:t>
            </a:r>
            <a:endParaRPr lang="en-US" sz="500" dirty="0"/>
          </a:p>
        </p:txBody>
      </p:sp>
      <p:sp>
        <p:nvSpPr>
          <p:cNvPr id="73" name="Shape 71"/>
          <p:cNvSpPr/>
          <p:nvPr/>
        </p:nvSpPr>
        <p:spPr>
          <a:xfrm>
            <a:off x="6228560" y="2604544"/>
            <a:ext cx="95763" cy="287288"/>
          </a:xfrm>
          <a:prstGeom prst="roundRect">
            <a:avLst>
              <a:gd name="adj" fmla="val 28646"/>
            </a:avLst>
          </a:prstGeom>
          <a:solidFill>
            <a:srgbClr val="CFCCC5"/>
          </a:solidFill>
          <a:ln w="6350">
            <a:solidFill>
              <a:srgbClr val="B5B2AB"/>
            </a:solidFill>
            <a:prstDash val="solid"/>
          </a:ln>
        </p:spPr>
      </p:sp>
      <p:sp>
        <p:nvSpPr>
          <p:cNvPr id="74" name="Text 72"/>
          <p:cNvSpPr txBox="1"/>
          <p:nvPr/>
        </p:nvSpPr>
        <p:spPr>
          <a:xfrm>
            <a:off x="6228560" y="2604544"/>
            <a:ext cx="95763" cy="287288"/>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a:t>
            </a:r>
            <a:endParaRPr lang="en-US" sz="600" dirty="0"/>
          </a:p>
        </p:txBody>
      </p:sp>
      <p:sp>
        <p:nvSpPr>
          <p:cNvPr id="75" name="Text 73"/>
          <p:cNvSpPr txBox="1"/>
          <p:nvPr/>
        </p:nvSpPr>
        <p:spPr>
          <a:xfrm>
            <a:off x="548640" y="4179639"/>
            <a:ext cx="658368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shown  ·  canvas 750 px  ·  layer panel 350 px  ·  divider 6 px</a:t>
            </a:r>
            <a:endParaRPr lang="en-US" sz="950" dirty="0"/>
          </a:p>
        </p:txBody>
      </p:sp>
      <p:sp>
        <p:nvSpPr>
          <p:cNvPr id="76" name="Shape 74"/>
          <p:cNvSpPr/>
          <p:nvPr/>
        </p:nvSpPr>
        <p:spPr>
          <a:xfrm>
            <a:off x="6157570" y="2389909"/>
            <a:ext cx="237744" cy="237744"/>
          </a:xfrm>
          <a:prstGeom prst="ellipse">
            <a:avLst/>
          </a:prstGeom>
          <a:solidFill>
            <a:srgbClr val="C2410C"/>
          </a:solidFill>
          <a:ln w="12700">
            <a:solidFill>
              <a:srgbClr val="C2410C"/>
            </a:solidFill>
            <a:prstDash val="solid"/>
          </a:ln>
        </p:spPr>
      </p:sp>
      <p:sp>
        <p:nvSpPr>
          <p:cNvPr id="77" name="Text 75"/>
          <p:cNvSpPr txBox="1"/>
          <p:nvPr/>
        </p:nvSpPr>
        <p:spPr>
          <a:xfrm>
            <a:off x="6157570" y="2389909"/>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8" name="Shape 76"/>
          <p:cNvSpPr/>
          <p:nvPr/>
        </p:nvSpPr>
        <p:spPr>
          <a:xfrm>
            <a:off x="6157570" y="3527090"/>
            <a:ext cx="237744" cy="237744"/>
          </a:xfrm>
          <a:prstGeom prst="ellipse">
            <a:avLst/>
          </a:prstGeom>
          <a:solidFill>
            <a:srgbClr val="C2410C"/>
          </a:solidFill>
          <a:ln w="12700">
            <a:solidFill>
              <a:srgbClr val="C2410C"/>
            </a:solidFill>
            <a:prstDash val="solid"/>
          </a:ln>
        </p:spPr>
      </p:sp>
      <p:sp>
        <p:nvSpPr>
          <p:cNvPr id="79" name="Text 77"/>
          <p:cNvSpPr txBox="1"/>
          <p:nvPr/>
        </p:nvSpPr>
        <p:spPr>
          <a:xfrm>
            <a:off x="6157570" y="352709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0" name="Text 78"/>
          <p:cNvSpPr txBox="1"/>
          <p:nvPr/>
        </p:nvSpPr>
        <p:spPr>
          <a:xfrm>
            <a:off x="7589520" y="1371600"/>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Where</a:t>
            </a:r>
            <a:endParaRPr lang="en-US" sz="1400" dirty="0"/>
          </a:p>
        </p:txBody>
      </p:sp>
      <p:sp>
        <p:nvSpPr>
          <p:cNvPr id="81" name="Text 79"/>
          <p:cNvSpPr txBox="1"/>
          <p:nvPr/>
        </p:nvSpPr>
        <p:spPr>
          <a:xfrm>
            <a:off x="7589520" y="1673352"/>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On the 6 px divider between the layer list and the group column, at mid-height. Always visible.</a:t>
            </a:r>
            <a:endParaRPr lang="en-US" sz="1250" dirty="0"/>
          </a:p>
        </p:txBody>
      </p:sp>
      <p:sp>
        <p:nvSpPr>
          <p:cNvPr id="82" name="Text 80"/>
          <p:cNvSpPr txBox="1"/>
          <p:nvPr/>
        </p:nvSpPr>
        <p:spPr>
          <a:xfrm>
            <a:off x="7589520" y="2487168"/>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Tab</a:t>
            </a:r>
            <a:endParaRPr lang="en-US" sz="1400" dirty="0"/>
          </a:p>
        </p:txBody>
      </p:sp>
      <p:sp>
        <p:nvSpPr>
          <p:cNvPr id="83" name="Text 81"/>
          <p:cNvSpPr txBox="1"/>
          <p:nvPr/>
        </p:nvSpPr>
        <p:spPr>
          <a:xfrm>
            <a:off x="7589520" y="2788920"/>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16 × 48 px, gray at rest, magenta on hover. The chevron always points the way the column will move: › to hide, ‹ to show.</a:t>
            </a:r>
            <a:endParaRPr lang="en-US" sz="1250" dirty="0"/>
          </a:p>
        </p:txBody>
      </p:sp>
      <p:sp>
        <p:nvSpPr>
          <p:cNvPr id="84" name="Text 82"/>
          <p:cNvSpPr txBox="1"/>
          <p:nvPr/>
        </p:nvSpPr>
        <p:spPr>
          <a:xfrm>
            <a:off x="7589520" y="3602736"/>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Divider</a:t>
            </a:r>
            <a:endParaRPr lang="en-US" sz="1400" dirty="0"/>
          </a:p>
        </p:txBody>
      </p:sp>
      <p:sp>
        <p:nvSpPr>
          <p:cNvPr id="85" name="Text 83"/>
          <p:cNvSpPr txBox="1"/>
          <p:nvPr/>
        </p:nvSpPr>
        <p:spPr>
          <a:xfrm>
            <a:off x="7589520" y="3904488"/>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Becomes a live splitter handle: drag it to give the group tree more room for long names, or less. Double-click toggles collapse.</a:t>
            </a:r>
            <a:endParaRPr lang="en-US" sz="1250" dirty="0"/>
          </a:p>
        </p:txBody>
      </p:sp>
      <p:sp>
        <p:nvSpPr>
          <p:cNvPr id="86" name="Text 84"/>
          <p:cNvSpPr txBox="1"/>
          <p:nvPr/>
        </p:nvSpPr>
        <p:spPr>
          <a:xfrm>
            <a:off x="7589520" y="4718304"/>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Hidden state</a:t>
            </a:r>
            <a:endParaRPr lang="en-US" sz="1400" dirty="0"/>
          </a:p>
        </p:txBody>
      </p:sp>
      <p:sp>
        <p:nvSpPr>
          <p:cNvPr id="87" name="Text 85"/>
          <p:cNvSpPr txBox="1"/>
          <p:nvPr/>
        </p:nvSpPr>
        <p:spPr>
          <a:xfrm>
            <a:off x="7589520" y="5020056"/>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Column width 0. The divider and tab stay at the window edge as the way back, so the canvas gains 134 px.</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2 · B2 divider tab</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12</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B2 · STATES</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Two states, plus any width in between</a:t>
            </a:r>
            <a:endParaRPr lang="en-US" sz="3200" dirty="0"/>
          </a:p>
        </p:txBody>
      </p:sp>
      <p:sp>
        <p:nvSpPr>
          <p:cNvPr id="6" name="Text 4"/>
          <p:cNvSpPr txBox="1"/>
          <p:nvPr/>
        </p:nvSpPr>
        <p:spPr>
          <a:xfrm>
            <a:off x="548640" y="1143000"/>
            <a:ext cx="3520440" cy="365760"/>
          </a:xfrm>
          <a:prstGeom prst="rect">
            <a:avLst/>
          </a:prstGeom>
          <a:noFill/>
          <a:ln/>
        </p:spPr>
        <p:txBody>
          <a:bodyPr wrap="square" lIns="0" tIns="0" rIns="0" bIns="0" rtlCol="0" anchor="ctr"/>
          <a:lstStyle/>
          <a:p>
            <a:pPr indent="0" marL="0">
              <a:buNone/>
            </a:pPr>
            <a:r>
              <a:rPr lang="en-US" sz="1800" b="1" dirty="0">
                <a:solidFill>
                  <a:srgbClr val="1E1E1C"/>
                </a:solidFill>
                <a:latin typeface="Calibri" pitchFamily="34" charset="0"/>
                <a:ea typeface="Calibri" pitchFamily="34" charset="-122"/>
                <a:cs typeface="Calibri" pitchFamily="34" charset="-120"/>
              </a:rPr>
              <a:t>Shown</a:t>
            </a:r>
            <a:endParaRPr lang="en-US" sz="1800" dirty="0"/>
          </a:p>
        </p:txBody>
      </p:sp>
      <p:sp>
        <p:nvSpPr>
          <p:cNvPr id="7" name="Shape 5"/>
          <p:cNvSpPr/>
          <p:nvPr/>
        </p:nvSpPr>
        <p:spPr>
          <a:xfrm>
            <a:off x="548640" y="1554480"/>
            <a:ext cx="3520440" cy="1472184"/>
          </a:xfrm>
          <a:prstGeom prst="rect">
            <a:avLst/>
          </a:prstGeom>
          <a:solidFill>
            <a:srgbClr val="EBEBEB"/>
          </a:solidFill>
          <a:ln w="9525">
            <a:solidFill>
              <a:srgbClr val="B9B6B0"/>
            </a:solidFill>
            <a:prstDash val="solid"/>
          </a:ln>
        </p:spPr>
      </p:sp>
      <p:sp>
        <p:nvSpPr>
          <p:cNvPr id="8" name="Shape 6"/>
          <p:cNvSpPr/>
          <p:nvPr/>
        </p:nvSpPr>
        <p:spPr>
          <a:xfrm>
            <a:off x="574243" y="1573682"/>
            <a:ext cx="132359" cy="76810"/>
          </a:xfrm>
          <a:prstGeom prst="rect">
            <a:avLst/>
          </a:prstGeom>
          <a:solidFill>
            <a:srgbClr val="D3D3D3"/>
          </a:solidFill>
          <a:ln w="12700">
            <a:solidFill>
              <a:srgbClr val="D3D3D3"/>
            </a:solidFill>
            <a:prstDash val="solid"/>
          </a:ln>
        </p:spPr>
      </p:sp>
      <p:sp>
        <p:nvSpPr>
          <p:cNvPr id="9" name="Shape 7"/>
          <p:cNvSpPr/>
          <p:nvPr/>
        </p:nvSpPr>
        <p:spPr>
          <a:xfrm>
            <a:off x="722605" y="1573682"/>
            <a:ext cx="132359" cy="76810"/>
          </a:xfrm>
          <a:prstGeom prst="rect">
            <a:avLst/>
          </a:prstGeom>
          <a:solidFill>
            <a:srgbClr val="1B9E9E"/>
          </a:solidFill>
          <a:ln w="12700">
            <a:solidFill>
              <a:srgbClr val="1B9E9E"/>
            </a:solidFill>
            <a:prstDash val="solid"/>
          </a:ln>
        </p:spPr>
      </p:sp>
      <p:sp>
        <p:nvSpPr>
          <p:cNvPr id="10" name="Shape 8"/>
          <p:cNvSpPr/>
          <p:nvPr/>
        </p:nvSpPr>
        <p:spPr>
          <a:xfrm>
            <a:off x="870966" y="1573682"/>
            <a:ext cx="132359" cy="76810"/>
          </a:xfrm>
          <a:prstGeom prst="rect">
            <a:avLst/>
          </a:prstGeom>
          <a:solidFill>
            <a:srgbClr val="F5C400"/>
          </a:solidFill>
          <a:ln w="12700">
            <a:solidFill>
              <a:srgbClr val="F5C400"/>
            </a:solidFill>
            <a:prstDash val="solid"/>
          </a:ln>
        </p:spPr>
      </p:sp>
      <p:sp>
        <p:nvSpPr>
          <p:cNvPr id="11" name="Shape 9"/>
          <p:cNvSpPr/>
          <p:nvPr/>
        </p:nvSpPr>
        <p:spPr>
          <a:xfrm>
            <a:off x="1019327" y="1573682"/>
            <a:ext cx="132359" cy="76810"/>
          </a:xfrm>
          <a:prstGeom prst="rect">
            <a:avLst/>
          </a:prstGeom>
          <a:solidFill>
            <a:srgbClr val="7B4A9E"/>
          </a:solidFill>
          <a:ln w="12700">
            <a:solidFill>
              <a:srgbClr val="7B4A9E"/>
            </a:solidFill>
            <a:prstDash val="solid"/>
          </a:ln>
        </p:spPr>
      </p:sp>
      <p:sp>
        <p:nvSpPr>
          <p:cNvPr id="12" name="Shape 10"/>
          <p:cNvSpPr/>
          <p:nvPr/>
        </p:nvSpPr>
        <p:spPr>
          <a:xfrm>
            <a:off x="1167689" y="1573682"/>
            <a:ext cx="132359" cy="76810"/>
          </a:xfrm>
          <a:prstGeom prst="rect">
            <a:avLst/>
          </a:prstGeom>
          <a:solidFill>
            <a:srgbClr val="E0640E"/>
          </a:solidFill>
          <a:ln w="12700">
            <a:solidFill>
              <a:srgbClr val="E0640E"/>
            </a:solidFill>
            <a:prstDash val="solid"/>
          </a:ln>
        </p:spPr>
      </p:sp>
      <p:sp>
        <p:nvSpPr>
          <p:cNvPr id="13" name="Shape 11"/>
          <p:cNvSpPr/>
          <p:nvPr/>
        </p:nvSpPr>
        <p:spPr>
          <a:xfrm>
            <a:off x="1316050" y="1573682"/>
            <a:ext cx="132359" cy="76810"/>
          </a:xfrm>
          <a:prstGeom prst="rect">
            <a:avLst/>
          </a:prstGeom>
          <a:solidFill>
            <a:srgbClr val="3A8CD8"/>
          </a:solidFill>
          <a:ln w="12700">
            <a:solidFill>
              <a:srgbClr val="3A8CD8"/>
            </a:solidFill>
            <a:prstDash val="solid"/>
          </a:ln>
        </p:spPr>
      </p:sp>
      <p:sp>
        <p:nvSpPr>
          <p:cNvPr id="14" name="Shape 12"/>
          <p:cNvSpPr/>
          <p:nvPr/>
        </p:nvSpPr>
        <p:spPr>
          <a:xfrm>
            <a:off x="1464412" y="1573682"/>
            <a:ext cx="132359" cy="76810"/>
          </a:xfrm>
          <a:prstGeom prst="rect">
            <a:avLst/>
          </a:prstGeom>
          <a:solidFill>
            <a:srgbClr val="E84A46"/>
          </a:solidFill>
          <a:ln w="12700">
            <a:solidFill>
              <a:srgbClr val="E84A46"/>
            </a:solidFill>
            <a:prstDash val="solid"/>
          </a:ln>
        </p:spPr>
      </p:sp>
      <p:sp>
        <p:nvSpPr>
          <p:cNvPr id="15" name="Shape 13"/>
          <p:cNvSpPr/>
          <p:nvPr/>
        </p:nvSpPr>
        <p:spPr>
          <a:xfrm>
            <a:off x="1612773" y="1573682"/>
            <a:ext cx="132359" cy="76810"/>
          </a:xfrm>
          <a:prstGeom prst="rect">
            <a:avLst/>
          </a:prstGeom>
          <a:solidFill>
            <a:srgbClr val="C7A7E8"/>
          </a:solidFill>
          <a:ln w="12700">
            <a:solidFill>
              <a:srgbClr val="C7A7E8"/>
            </a:solidFill>
            <a:prstDash val="solid"/>
          </a:ln>
        </p:spPr>
      </p:sp>
      <p:sp>
        <p:nvSpPr>
          <p:cNvPr id="16" name="Shape 14"/>
          <p:cNvSpPr/>
          <p:nvPr/>
        </p:nvSpPr>
        <p:spPr>
          <a:xfrm>
            <a:off x="1761134" y="1573682"/>
            <a:ext cx="132359" cy="76810"/>
          </a:xfrm>
          <a:prstGeom prst="rect">
            <a:avLst/>
          </a:prstGeom>
          <a:solidFill>
            <a:srgbClr val="F27EAE"/>
          </a:solidFill>
          <a:ln w="12700">
            <a:solidFill>
              <a:srgbClr val="F27EAE"/>
            </a:solidFill>
            <a:prstDash val="solid"/>
          </a:ln>
        </p:spPr>
      </p:sp>
      <p:sp>
        <p:nvSpPr>
          <p:cNvPr id="17" name="Shape 15"/>
          <p:cNvSpPr/>
          <p:nvPr/>
        </p:nvSpPr>
        <p:spPr>
          <a:xfrm>
            <a:off x="1909496" y="1573682"/>
            <a:ext cx="132359" cy="76810"/>
          </a:xfrm>
          <a:prstGeom prst="rect">
            <a:avLst/>
          </a:prstGeom>
          <a:solidFill>
            <a:srgbClr val="B58B7A"/>
          </a:solidFill>
          <a:ln w="12700">
            <a:solidFill>
              <a:srgbClr val="B58B7A"/>
            </a:solidFill>
            <a:prstDash val="solid"/>
          </a:ln>
        </p:spPr>
      </p:sp>
      <p:sp>
        <p:nvSpPr>
          <p:cNvPr id="18" name="Shape 16"/>
          <p:cNvSpPr/>
          <p:nvPr/>
        </p:nvSpPr>
        <p:spPr>
          <a:xfrm>
            <a:off x="2057857" y="1573682"/>
            <a:ext cx="132359" cy="76810"/>
          </a:xfrm>
          <a:prstGeom prst="rect">
            <a:avLst/>
          </a:prstGeom>
          <a:solidFill>
            <a:srgbClr val="A0475F"/>
          </a:solidFill>
          <a:ln w="12700">
            <a:solidFill>
              <a:srgbClr val="A0475F"/>
            </a:solidFill>
            <a:prstDash val="solid"/>
          </a:ln>
        </p:spPr>
      </p:sp>
      <p:sp>
        <p:nvSpPr>
          <p:cNvPr id="19" name="Shape 17"/>
          <p:cNvSpPr/>
          <p:nvPr/>
        </p:nvSpPr>
        <p:spPr>
          <a:xfrm>
            <a:off x="2206219" y="1573682"/>
            <a:ext cx="132359" cy="76810"/>
          </a:xfrm>
          <a:prstGeom prst="rect">
            <a:avLst/>
          </a:prstGeom>
          <a:solidFill>
            <a:srgbClr val="4BB543"/>
          </a:solidFill>
          <a:ln w="12700">
            <a:solidFill>
              <a:srgbClr val="4BB543"/>
            </a:solidFill>
            <a:prstDash val="solid"/>
          </a:ln>
        </p:spPr>
      </p:sp>
      <p:sp>
        <p:nvSpPr>
          <p:cNvPr id="20" name="Shape 18"/>
          <p:cNvSpPr/>
          <p:nvPr/>
        </p:nvSpPr>
        <p:spPr>
          <a:xfrm>
            <a:off x="2354580" y="1573682"/>
            <a:ext cx="132359" cy="76810"/>
          </a:xfrm>
          <a:prstGeom prst="rect">
            <a:avLst/>
          </a:prstGeom>
          <a:solidFill>
            <a:srgbClr val="B8BABB"/>
          </a:solidFill>
          <a:ln w="12700">
            <a:solidFill>
              <a:srgbClr val="B8BABB"/>
            </a:solidFill>
            <a:prstDash val="solid"/>
          </a:ln>
        </p:spPr>
      </p:sp>
      <p:sp>
        <p:nvSpPr>
          <p:cNvPr id="21" name="Shape 19"/>
          <p:cNvSpPr/>
          <p:nvPr/>
        </p:nvSpPr>
        <p:spPr>
          <a:xfrm>
            <a:off x="2502941" y="1573682"/>
            <a:ext cx="132359" cy="76810"/>
          </a:xfrm>
          <a:prstGeom prst="rect">
            <a:avLst/>
          </a:prstGeom>
          <a:solidFill>
            <a:srgbClr val="A34D92"/>
          </a:solidFill>
          <a:ln w="12700">
            <a:solidFill>
              <a:srgbClr val="A34D92"/>
            </a:solidFill>
            <a:prstDash val="solid"/>
          </a:ln>
        </p:spPr>
      </p:sp>
      <p:sp>
        <p:nvSpPr>
          <p:cNvPr id="22" name="Shape 20"/>
          <p:cNvSpPr/>
          <p:nvPr/>
        </p:nvSpPr>
        <p:spPr>
          <a:xfrm>
            <a:off x="2680106" y="1573682"/>
            <a:ext cx="160020" cy="76810"/>
          </a:xfrm>
          <a:prstGeom prst="rect">
            <a:avLst/>
          </a:prstGeom>
          <a:solidFill>
            <a:srgbClr val="F5C400"/>
          </a:solidFill>
          <a:ln w="12700">
            <a:solidFill>
              <a:srgbClr val="F5C400"/>
            </a:solidFill>
            <a:prstDash val="solid"/>
          </a:ln>
        </p:spPr>
      </p:sp>
      <p:sp>
        <p:nvSpPr>
          <p:cNvPr id="23" name="Shape 21"/>
          <p:cNvSpPr/>
          <p:nvPr/>
        </p:nvSpPr>
        <p:spPr>
          <a:xfrm>
            <a:off x="2852928" y="1573682"/>
            <a:ext cx="76810" cy="76810"/>
          </a:xfrm>
          <a:prstGeom prst="rect">
            <a:avLst/>
          </a:prstGeom>
          <a:solidFill>
            <a:srgbClr val="D0D0D0"/>
          </a:solidFill>
          <a:ln w="12700">
            <a:solidFill>
              <a:srgbClr val="D0D0D0"/>
            </a:solidFill>
            <a:prstDash val="solid"/>
          </a:ln>
        </p:spPr>
      </p:sp>
      <p:sp>
        <p:nvSpPr>
          <p:cNvPr id="24" name="Shape 22"/>
          <p:cNvSpPr/>
          <p:nvPr/>
        </p:nvSpPr>
        <p:spPr>
          <a:xfrm>
            <a:off x="638251" y="1669694"/>
            <a:ext cx="3200" cy="1356970"/>
          </a:xfrm>
          <a:prstGeom prst="rect">
            <a:avLst/>
          </a:prstGeom>
          <a:solidFill>
            <a:srgbClr val="DADADA"/>
          </a:solidFill>
          <a:ln w="12700">
            <a:solidFill>
              <a:srgbClr val="DADADA"/>
            </a:solidFill>
            <a:prstDash val="solid"/>
          </a:ln>
        </p:spPr>
      </p:sp>
      <p:sp>
        <p:nvSpPr>
          <p:cNvPr id="25" name="Shape 23"/>
          <p:cNvSpPr/>
          <p:nvPr/>
        </p:nvSpPr>
        <p:spPr>
          <a:xfrm>
            <a:off x="817474" y="1669694"/>
            <a:ext cx="3200" cy="1356970"/>
          </a:xfrm>
          <a:prstGeom prst="rect">
            <a:avLst/>
          </a:prstGeom>
          <a:solidFill>
            <a:srgbClr val="DADADA"/>
          </a:solidFill>
          <a:ln w="12700">
            <a:solidFill>
              <a:srgbClr val="DADADA"/>
            </a:solidFill>
            <a:prstDash val="solid"/>
          </a:ln>
        </p:spPr>
      </p:sp>
      <p:sp>
        <p:nvSpPr>
          <p:cNvPr id="26" name="Shape 24"/>
          <p:cNvSpPr/>
          <p:nvPr/>
        </p:nvSpPr>
        <p:spPr>
          <a:xfrm>
            <a:off x="996696" y="1669694"/>
            <a:ext cx="3200" cy="1356970"/>
          </a:xfrm>
          <a:prstGeom prst="rect">
            <a:avLst/>
          </a:prstGeom>
          <a:solidFill>
            <a:srgbClr val="DADADA"/>
          </a:solidFill>
          <a:ln w="12700">
            <a:solidFill>
              <a:srgbClr val="DADADA"/>
            </a:solidFill>
            <a:prstDash val="solid"/>
          </a:ln>
        </p:spPr>
      </p:sp>
      <p:sp>
        <p:nvSpPr>
          <p:cNvPr id="27" name="Shape 25"/>
          <p:cNvSpPr/>
          <p:nvPr/>
        </p:nvSpPr>
        <p:spPr>
          <a:xfrm>
            <a:off x="1175918" y="1669694"/>
            <a:ext cx="3200" cy="1356970"/>
          </a:xfrm>
          <a:prstGeom prst="rect">
            <a:avLst/>
          </a:prstGeom>
          <a:solidFill>
            <a:srgbClr val="DADADA"/>
          </a:solidFill>
          <a:ln w="12700">
            <a:solidFill>
              <a:srgbClr val="DADADA"/>
            </a:solidFill>
            <a:prstDash val="solid"/>
          </a:ln>
        </p:spPr>
      </p:sp>
      <p:sp>
        <p:nvSpPr>
          <p:cNvPr id="28" name="Shape 26"/>
          <p:cNvSpPr/>
          <p:nvPr/>
        </p:nvSpPr>
        <p:spPr>
          <a:xfrm>
            <a:off x="1355141" y="1669694"/>
            <a:ext cx="3200" cy="1356970"/>
          </a:xfrm>
          <a:prstGeom prst="rect">
            <a:avLst/>
          </a:prstGeom>
          <a:solidFill>
            <a:srgbClr val="DADADA"/>
          </a:solidFill>
          <a:ln w="12700">
            <a:solidFill>
              <a:srgbClr val="DADADA"/>
            </a:solidFill>
            <a:prstDash val="solid"/>
          </a:ln>
        </p:spPr>
      </p:sp>
      <p:sp>
        <p:nvSpPr>
          <p:cNvPr id="29" name="Shape 27"/>
          <p:cNvSpPr/>
          <p:nvPr/>
        </p:nvSpPr>
        <p:spPr>
          <a:xfrm>
            <a:off x="1534363" y="1669694"/>
            <a:ext cx="3200" cy="1356970"/>
          </a:xfrm>
          <a:prstGeom prst="rect">
            <a:avLst/>
          </a:prstGeom>
          <a:solidFill>
            <a:srgbClr val="DADADA"/>
          </a:solidFill>
          <a:ln w="12700">
            <a:solidFill>
              <a:srgbClr val="DADADA"/>
            </a:solidFill>
            <a:prstDash val="solid"/>
          </a:ln>
        </p:spPr>
      </p:sp>
      <p:sp>
        <p:nvSpPr>
          <p:cNvPr id="30" name="Shape 28"/>
          <p:cNvSpPr/>
          <p:nvPr/>
        </p:nvSpPr>
        <p:spPr>
          <a:xfrm>
            <a:off x="1713586" y="1669694"/>
            <a:ext cx="3200" cy="1356970"/>
          </a:xfrm>
          <a:prstGeom prst="rect">
            <a:avLst/>
          </a:prstGeom>
          <a:solidFill>
            <a:srgbClr val="DADADA"/>
          </a:solidFill>
          <a:ln w="12700">
            <a:solidFill>
              <a:srgbClr val="DADADA"/>
            </a:solidFill>
            <a:prstDash val="solid"/>
          </a:ln>
        </p:spPr>
      </p:sp>
      <p:sp>
        <p:nvSpPr>
          <p:cNvPr id="31" name="Shape 29"/>
          <p:cNvSpPr/>
          <p:nvPr/>
        </p:nvSpPr>
        <p:spPr>
          <a:xfrm>
            <a:off x="1892808" y="1669694"/>
            <a:ext cx="3200" cy="1356970"/>
          </a:xfrm>
          <a:prstGeom prst="rect">
            <a:avLst/>
          </a:prstGeom>
          <a:solidFill>
            <a:srgbClr val="DADADA"/>
          </a:solidFill>
          <a:ln w="12700">
            <a:solidFill>
              <a:srgbClr val="DADADA"/>
            </a:solidFill>
            <a:prstDash val="solid"/>
          </a:ln>
        </p:spPr>
      </p:sp>
      <p:sp>
        <p:nvSpPr>
          <p:cNvPr id="32" name="Shape 30"/>
          <p:cNvSpPr/>
          <p:nvPr/>
        </p:nvSpPr>
        <p:spPr>
          <a:xfrm>
            <a:off x="2072030" y="1669694"/>
            <a:ext cx="3200" cy="1356970"/>
          </a:xfrm>
          <a:prstGeom prst="rect">
            <a:avLst/>
          </a:prstGeom>
          <a:solidFill>
            <a:srgbClr val="DADADA"/>
          </a:solidFill>
          <a:ln w="12700">
            <a:solidFill>
              <a:srgbClr val="DADADA"/>
            </a:solidFill>
            <a:prstDash val="solid"/>
          </a:ln>
        </p:spPr>
      </p:sp>
      <p:sp>
        <p:nvSpPr>
          <p:cNvPr id="33" name="Shape 31"/>
          <p:cNvSpPr/>
          <p:nvPr/>
        </p:nvSpPr>
        <p:spPr>
          <a:xfrm>
            <a:off x="2251253" y="1669694"/>
            <a:ext cx="3200" cy="1356970"/>
          </a:xfrm>
          <a:prstGeom prst="rect">
            <a:avLst/>
          </a:prstGeom>
          <a:solidFill>
            <a:srgbClr val="DADADA"/>
          </a:solidFill>
          <a:ln w="12700">
            <a:solidFill>
              <a:srgbClr val="DADADA"/>
            </a:solidFill>
            <a:prstDash val="solid"/>
          </a:ln>
        </p:spPr>
      </p:sp>
      <p:sp>
        <p:nvSpPr>
          <p:cNvPr id="34" name="Shape 32"/>
          <p:cNvSpPr/>
          <p:nvPr/>
        </p:nvSpPr>
        <p:spPr>
          <a:xfrm>
            <a:off x="2430475" y="1669694"/>
            <a:ext cx="3200" cy="1356970"/>
          </a:xfrm>
          <a:prstGeom prst="rect">
            <a:avLst/>
          </a:prstGeom>
          <a:solidFill>
            <a:srgbClr val="DADADA"/>
          </a:solidFill>
          <a:ln w="12700">
            <a:solidFill>
              <a:srgbClr val="DADADA"/>
            </a:solidFill>
            <a:prstDash val="solid"/>
          </a:ln>
        </p:spPr>
      </p:sp>
      <p:sp>
        <p:nvSpPr>
          <p:cNvPr id="35" name="Shape 33"/>
          <p:cNvSpPr/>
          <p:nvPr/>
        </p:nvSpPr>
        <p:spPr>
          <a:xfrm>
            <a:off x="2609698" y="1669694"/>
            <a:ext cx="3200" cy="1356970"/>
          </a:xfrm>
          <a:prstGeom prst="rect">
            <a:avLst/>
          </a:prstGeom>
          <a:solidFill>
            <a:srgbClr val="DADADA"/>
          </a:solidFill>
          <a:ln w="12700">
            <a:solidFill>
              <a:srgbClr val="DADADA"/>
            </a:solidFill>
            <a:prstDash val="solid"/>
          </a:ln>
        </p:spPr>
      </p:sp>
      <p:sp>
        <p:nvSpPr>
          <p:cNvPr id="36" name="Shape 34"/>
          <p:cNvSpPr/>
          <p:nvPr/>
        </p:nvSpPr>
        <p:spPr>
          <a:xfrm>
            <a:off x="2788920" y="1669694"/>
            <a:ext cx="3200" cy="1356970"/>
          </a:xfrm>
          <a:prstGeom prst="rect">
            <a:avLst/>
          </a:prstGeom>
          <a:solidFill>
            <a:srgbClr val="DADADA"/>
          </a:solidFill>
          <a:ln w="12700">
            <a:solidFill>
              <a:srgbClr val="DADADA"/>
            </a:solidFill>
            <a:prstDash val="solid"/>
          </a:ln>
        </p:spPr>
      </p:sp>
      <p:sp>
        <p:nvSpPr>
          <p:cNvPr id="37" name="Shape 35"/>
          <p:cNvSpPr/>
          <p:nvPr/>
        </p:nvSpPr>
        <p:spPr>
          <a:xfrm>
            <a:off x="548640" y="1759306"/>
            <a:ext cx="2400300" cy="3200"/>
          </a:xfrm>
          <a:prstGeom prst="rect">
            <a:avLst/>
          </a:prstGeom>
          <a:solidFill>
            <a:srgbClr val="DADADA"/>
          </a:solidFill>
          <a:ln w="12700">
            <a:solidFill>
              <a:srgbClr val="DADADA"/>
            </a:solidFill>
            <a:prstDash val="solid"/>
          </a:ln>
        </p:spPr>
      </p:sp>
      <p:sp>
        <p:nvSpPr>
          <p:cNvPr id="38" name="Shape 36"/>
          <p:cNvSpPr/>
          <p:nvPr/>
        </p:nvSpPr>
        <p:spPr>
          <a:xfrm>
            <a:off x="548640" y="1938528"/>
            <a:ext cx="2400300" cy="3200"/>
          </a:xfrm>
          <a:prstGeom prst="rect">
            <a:avLst/>
          </a:prstGeom>
          <a:solidFill>
            <a:srgbClr val="DADADA"/>
          </a:solidFill>
          <a:ln w="12700">
            <a:solidFill>
              <a:srgbClr val="DADADA"/>
            </a:solidFill>
            <a:prstDash val="solid"/>
          </a:ln>
        </p:spPr>
      </p:sp>
      <p:sp>
        <p:nvSpPr>
          <p:cNvPr id="39" name="Shape 37"/>
          <p:cNvSpPr/>
          <p:nvPr/>
        </p:nvSpPr>
        <p:spPr>
          <a:xfrm>
            <a:off x="548640" y="2117750"/>
            <a:ext cx="2400300" cy="3200"/>
          </a:xfrm>
          <a:prstGeom prst="rect">
            <a:avLst/>
          </a:prstGeom>
          <a:solidFill>
            <a:srgbClr val="DADADA"/>
          </a:solidFill>
          <a:ln w="12700">
            <a:solidFill>
              <a:srgbClr val="DADADA"/>
            </a:solidFill>
            <a:prstDash val="solid"/>
          </a:ln>
        </p:spPr>
      </p:sp>
      <p:sp>
        <p:nvSpPr>
          <p:cNvPr id="40" name="Shape 38"/>
          <p:cNvSpPr/>
          <p:nvPr/>
        </p:nvSpPr>
        <p:spPr>
          <a:xfrm>
            <a:off x="548640" y="2296973"/>
            <a:ext cx="2400300" cy="3200"/>
          </a:xfrm>
          <a:prstGeom prst="rect">
            <a:avLst/>
          </a:prstGeom>
          <a:solidFill>
            <a:srgbClr val="DADADA"/>
          </a:solidFill>
          <a:ln w="12700">
            <a:solidFill>
              <a:srgbClr val="DADADA"/>
            </a:solidFill>
            <a:prstDash val="solid"/>
          </a:ln>
        </p:spPr>
      </p:sp>
      <p:sp>
        <p:nvSpPr>
          <p:cNvPr id="41" name="Shape 39"/>
          <p:cNvSpPr/>
          <p:nvPr/>
        </p:nvSpPr>
        <p:spPr>
          <a:xfrm>
            <a:off x="548640" y="2476195"/>
            <a:ext cx="2400300" cy="3200"/>
          </a:xfrm>
          <a:prstGeom prst="rect">
            <a:avLst/>
          </a:prstGeom>
          <a:solidFill>
            <a:srgbClr val="DADADA"/>
          </a:solidFill>
          <a:ln w="12700">
            <a:solidFill>
              <a:srgbClr val="DADADA"/>
            </a:solidFill>
            <a:prstDash val="solid"/>
          </a:ln>
        </p:spPr>
      </p:sp>
      <p:sp>
        <p:nvSpPr>
          <p:cNvPr id="42" name="Shape 40"/>
          <p:cNvSpPr/>
          <p:nvPr/>
        </p:nvSpPr>
        <p:spPr>
          <a:xfrm>
            <a:off x="548640" y="2655418"/>
            <a:ext cx="2400300" cy="3200"/>
          </a:xfrm>
          <a:prstGeom prst="rect">
            <a:avLst/>
          </a:prstGeom>
          <a:solidFill>
            <a:srgbClr val="DADADA"/>
          </a:solidFill>
          <a:ln w="12700">
            <a:solidFill>
              <a:srgbClr val="DADADA"/>
            </a:solidFill>
            <a:prstDash val="solid"/>
          </a:ln>
        </p:spPr>
      </p:sp>
      <p:sp>
        <p:nvSpPr>
          <p:cNvPr id="43" name="Shape 41"/>
          <p:cNvSpPr/>
          <p:nvPr/>
        </p:nvSpPr>
        <p:spPr>
          <a:xfrm>
            <a:off x="548640" y="2834640"/>
            <a:ext cx="2400300" cy="3200"/>
          </a:xfrm>
          <a:prstGeom prst="rect">
            <a:avLst/>
          </a:prstGeom>
          <a:solidFill>
            <a:srgbClr val="DADADA"/>
          </a:solidFill>
          <a:ln w="12700">
            <a:solidFill>
              <a:srgbClr val="DADADA"/>
            </a:solidFill>
            <a:prstDash val="solid"/>
          </a:ln>
        </p:spPr>
      </p:sp>
      <p:sp>
        <p:nvSpPr>
          <p:cNvPr id="44" name="Shape 42"/>
          <p:cNvSpPr/>
          <p:nvPr/>
        </p:nvSpPr>
        <p:spPr>
          <a:xfrm>
            <a:off x="548640" y="3013862"/>
            <a:ext cx="2400300" cy="3200"/>
          </a:xfrm>
          <a:prstGeom prst="rect">
            <a:avLst/>
          </a:prstGeom>
          <a:solidFill>
            <a:srgbClr val="DADADA"/>
          </a:solidFill>
          <a:ln w="12700">
            <a:solidFill>
              <a:srgbClr val="DADADA"/>
            </a:solidFill>
            <a:prstDash val="solid"/>
          </a:ln>
        </p:spPr>
      </p:sp>
      <p:sp>
        <p:nvSpPr>
          <p:cNvPr id="45" name="Shape 43"/>
          <p:cNvSpPr/>
          <p:nvPr/>
        </p:nvSpPr>
        <p:spPr>
          <a:xfrm>
            <a:off x="2948940" y="1554480"/>
            <a:ext cx="1120140" cy="1472184"/>
          </a:xfrm>
          <a:prstGeom prst="rect">
            <a:avLst/>
          </a:prstGeom>
          <a:solidFill>
            <a:srgbClr val="ECECEC"/>
          </a:solidFill>
          <a:ln w="6350">
            <a:solidFill>
              <a:srgbClr val="D2D0CB"/>
            </a:solidFill>
            <a:prstDash val="solid"/>
          </a:ln>
        </p:spPr>
      </p:sp>
      <p:sp>
        <p:nvSpPr>
          <p:cNvPr id="46" name="Shape 44"/>
          <p:cNvSpPr/>
          <p:nvPr/>
        </p:nvSpPr>
        <p:spPr>
          <a:xfrm>
            <a:off x="3131363" y="1586484"/>
            <a:ext cx="83210" cy="83210"/>
          </a:xfrm>
          <a:prstGeom prst="ellipse">
            <a:avLst/>
          </a:prstGeom>
          <a:solidFill>
            <a:srgbClr val="8E44E0"/>
          </a:solidFill>
          <a:ln w="12700">
            <a:solidFill>
              <a:srgbClr val="8E44E0"/>
            </a:solidFill>
            <a:prstDash val="solid"/>
          </a:ln>
        </p:spPr>
      </p:sp>
      <p:sp>
        <p:nvSpPr>
          <p:cNvPr id="47" name="Shape 45"/>
          <p:cNvSpPr/>
          <p:nvPr/>
        </p:nvSpPr>
        <p:spPr>
          <a:xfrm>
            <a:off x="3233776" y="1586484"/>
            <a:ext cx="83210" cy="83210"/>
          </a:xfrm>
          <a:prstGeom prst="ellipse">
            <a:avLst/>
          </a:prstGeom>
          <a:solidFill>
            <a:srgbClr val="7A7A7A"/>
          </a:solidFill>
          <a:ln w="12700">
            <a:solidFill>
              <a:srgbClr val="7A7A7A"/>
            </a:solidFill>
            <a:prstDash val="solid"/>
          </a:ln>
        </p:spPr>
      </p:sp>
      <p:sp>
        <p:nvSpPr>
          <p:cNvPr id="48" name="Shape 46"/>
          <p:cNvSpPr/>
          <p:nvPr/>
        </p:nvSpPr>
        <p:spPr>
          <a:xfrm>
            <a:off x="3336188" y="1586484"/>
            <a:ext cx="83210" cy="83210"/>
          </a:xfrm>
          <a:prstGeom prst="ellipse">
            <a:avLst/>
          </a:prstGeom>
          <a:solidFill>
            <a:srgbClr val="7A7A7A"/>
          </a:solidFill>
          <a:ln w="12700">
            <a:solidFill>
              <a:srgbClr val="7A7A7A"/>
            </a:solidFill>
            <a:prstDash val="solid"/>
          </a:ln>
        </p:spPr>
      </p:sp>
      <p:sp>
        <p:nvSpPr>
          <p:cNvPr id="49" name="Shape 47"/>
          <p:cNvSpPr/>
          <p:nvPr/>
        </p:nvSpPr>
        <p:spPr>
          <a:xfrm>
            <a:off x="3131363" y="1688897"/>
            <a:ext cx="83210" cy="83210"/>
          </a:xfrm>
          <a:prstGeom prst="ellipse">
            <a:avLst/>
          </a:prstGeom>
          <a:solidFill>
            <a:srgbClr val="F5C400"/>
          </a:solidFill>
          <a:ln w="12700">
            <a:solidFill>
              <a:srgbClr val="F5C400"/>
            </a:solidFill>
            <a:prstDash val="solid"/>
          </a:ln>
        </p:spPr>
      </p:sp>
      <p:sp>
        <p:nvSpPr>
          <p:cNvPr id="50" name="Shape 48"/>
          <p:cNvSpPr/>
          <p:nvPr/>
        </p:nvSpPr>
        <p:spPr>
          <a:xfrm>
            <a:off x="3233776" y="1688897"/>
            <a:ext cx="83210" cy="83210"/>
          </a:xfrm>
          <a:prstGeom prst="ellipse">
            <a:avLst/>
          </a:prstGeom>
          <a:solidFill>
            <a:srgbClr val="F5C400"/>
          </a:solidFill>
          <a:ln w="12700">
            <a:solidFill>
              <a:srgbClr val="F5C400"/>
            </a:solidFill>
            <a:prstDash val="solid"/>
          </a:ln>
        </p:spPr>
      </p:sp>
      <p:sp>
        <p:nvSpPr>
          <p:cNvPr id="51" name="Shape 49"/>
          <p:cNvSpPr/>
          <p:nvPr/>
        </p:nvSpPr>
        <p:spPr>
          <a:xfrm>
            <a:off x="3336188" y="1688897"/>
            <a:ext cx="83210" cy="83210"/>
          </a:xfrm>
          <a:prstGeom prst="ellipse">
            <a:avLst/>
          </a:prstGeom>
          <a:solidFill>
            <a:srgbClr val="8B0000"/>
          </a:solidFill>
          <a:ln w="12700">
            <a:solidFill>
              <a:srgbClr val="8B0000"/>
            </a:solidFill>
            <a:prstDash val="solid"/>
          </a:ln>
        </p:spPr>
      </p:sp>
      <p:sp>
        <p:nvSpPr>
          <p:cNvPr id="52" name="Shape 50"/>
          <p:cNvSpPr/>
          <p:nvPr/>
        </p:nvSpPr>
        <p:spPr>
          <a:xfrm>
            <a:off x="3131363" y="1791310"/>
            <a:ext cx="83210" cy="83210"/>
          </a:xfrm>
          <a:prstGeom prst="ellipse">
            <a:avLst/>
          </a:prstGeom>
          <a:solidFill>
            <a:srgbClr val="2FB94A"/>
          </a:solidFill>
          <a:ln w="12700">
            <a:solidFill>
              <a:srgbClr val="2FB94A"/>
            </a:solidFill>
            <a:prstDash val="solid"/>
          </a:ln>
        </p:spPr>
      </p:sp>
      <p:sp>
        <p:nvSpPr>
          <p:cNvPr id="53" name="Shape 51"/>
          <p:cNvSpPr/>
          <p:nvPr/>
        </p:nvSpPr>
        <p:spPr>
          <a:xfrm>
            <a:off x="3233776" y="1791310"/>
            <a:ext cx="83210" cy="83210"/>
          </a:xfrm>
          <a:prstGeom prst="ellipse">
            <a:avLst/>
          </a:prstGeom>
          <a:solidFill>
            <a:srgbClr val="C9A07A"/>
          </a:solidFill>
          <a:ln w="12700">
            <a:solidFill>
              <a:srgbClr val="C9A07A"/>
            </a:solidFill>
            <a:prstDash val="solid"/>
          </a:ln>
        </p:spPr>
      </p:sp>
      <p:sp>
        <p:nvSpPr>
          <p:cNvPr id="54" name="Shape 52"/>
          <p:cNvSpPr/>
          <p:nvPr/>
        </p:nvSpPr>
        <p:spPr>
          <a:xfrm>
            <a:off x="3336188" y="1791310"/>
            <a:ext cx="83210" cy="83210"/>
          </a:xfrm>
          <a:prstGeom prst="ellipse">
            <a:avLst/>
          </a:prstGeom>
          <a:solidFill>
            <a:srgbClr val="C9A07A"/>
          </a:solidFill>
          <a:ln w="12700">
            <a:solidFill>
              <a:srgbClr val="C9A07A"/>
            </a:solidFill>
            <a:prstDash val="solid"/>
          </a:ln>
        </p:spPr>
      </p:sp>
      <p:sp>
        <p:nvSpPr>
          <p:cNvPr id="55" name="Shape 53"/>
          <p:cNvSpPr/>
          <p:nvPr/>
        </p:nvSpPr>
        <p:spPr>
          <a:xfrm>
            <a:off x="3083357" y="2514600"/>
            <a:ext cx="384048" cy="86411"/>
          </a:xfrm>
          <a:prstGeom prst="rect">
            <a:avLst/>
          </a:prstGeom>
          <a:solidFill>
            <a:srgbClr val="8E7A9E"/>
          </a:solidFill>
          <a:ln w="12700">
            <a:solidFill>
              <a:srgbClr val="8E7A9E"/>
            </a:solidFill>
            <a:prstDash val="solid"/>
          </a:ln>
        </p:spPr>
      </p:sp>
      <p:sp>
        <p:nvSpPr>
          <p:cNvPr id="56" name="Shape 54"/>
          <p:cNvSpPr/>
          <p:nvPr/>
        </p:nvSpPr>
        <p:spPr>
          <a:xfrm>
            <a:off x="3470605" y="2521001"/>
            <a:ext cx="12802" cy="73609"/>
          </a:xfrm>
          <a:prstGeom prst="rect">
            <a:avLst/>
          </a:prstGeom>
          <a:solidFill>
            <a:srgbClr val="2FB94A"/>
          </a:solidFill>
          <a:ln w="12700">
            <a:solidFill>
              <a:srgbClr val="2FB94A"/>
            </a:solidFill>
            <a:prstDash val="solid"/>
          </a:ln>
        </p:spPr>
      </p:sp>
      <p:sp>
        <p:nvSpPr>
          <p:cNvPr id="57" name="Shape 55"/>
          <p:cNvSpPr/>
          <p:nvPr/>
        </p:nvSpPr>
        <p:spPr>
          <a:xfrm>
            <a:off x="3083357" y="2613812"/>
            <a:ext cx="384048" cy="86411"/>
          </a:xfrm>
          <a:prstGeom prst="rect">
            <a:avLst/>
          </a:prstGeom>
          <a:solidFill>
            <a:srgbClr val="C9A7E6"/>
          </a:solidFill>
          <a:ln w="12700">
            <a:solidFill>
              <a:srgbClr val="C9A7E6"/>
            </a:solidFill>
            <a:prstDash val="solid"/>
          </a:ln>
        </p:spPr>
      </p:sp>
      <p:sp>
        <p:nvSpPr>
          <p:cNvPr id="58" name="Shape 56"/>
          <p:cNvSpPr/>
          <p:nvPr/>
        </p:nvSpPr>
        <p:spPr>
          <a:xfrm>
            <a:off x="3470605" y="2620213"/>
            <a:ext cx="12802" cy="73609"/>
          </a:xfrm>
          <a:prstGeom prst="rect">
            <a:avLst/>
          </a:prstGeom>
          <a:solidFill>
            <a:srgbClr val="2FB94A"/>
          </a:solidFill>
          <a:ln w="12700">
            <a:solidFill>
              <a:srgbClr val="2FB94A"/>
            </a:solidFill>
            <a:prstDash val="solid"/>
          </a:ln>
        </p:spPr>
      </p:sp>
      <p:sp>
        <p:nvSpPr>
          <p:cNvPr id="59" name="Shape 57"/>
          <p:cNvSpPr/>
          <p:nvPr/>
        </p:nvSpPr>
        <p:spPr>
          <a:xfrm>
            <a:off x="2968142" y="2725826"/>
            <a:ext cx="614477" cy="40005"/>
          </a:xfrm>
          <a:prstGeom prst="rect">
            <a:avLst/>
          </a:prstGeom>
          <a:solidFill>
            <a:srgbClr val="E68FE0"/>
          </a:solidFill>
          <a:ln w="12700">
            <a:solidFill>
              <a:srgbClr val="E68FE0"/>
            </a:solidFill>
            <a:prstDash val="solid"/>
          </a:ln>
        </p:spPr>
      </p:sp>
      <p:sp>
        <p:nvSpPr>
          <p:cNvPr id="60" name="Shape 58"/>
          <p:cNvSpPr/>
          <p:nvPr/>
        </p:nvSpPr>
        <p:spPr>
          <a:xfrm>
            <a:off x="2968142" y="2775433"/>
            <a:ext cx="614477" cy="40005"/>
          </a:xfrm>
          <a:prstGeom prst="rect">
            <a:avLst/>
          </a:prstGeom>
          <a:solidFill>
            <a:srgbClr val="FFA500"/>
          </a:solidFill>
          <a:ln w="12700">
            <a:solidFill>
              <a:srgbClr val="FFA500"/>
            </a:solidFill>
            <a:prstDash val="solid"/>
          </a:ln>
        </p:spPr>
      </p:sp>
      <p:sp>
        <p:nvSpPr>
          <p:cNvPr id="61" name="Shape 59"/>
          <p:cNvSpPr/>
          <p:nvPr/>
        </p:nvSpPr>
        <p:spPr>
          <a:xfrm>
            <a:off x="2968142" y="2825039"/>
            <a:ext cx="614477" cy="40005"/>
          </a:xfrm>
          <a:prstGeom prst="rect">
            <a:avLst/>
          </a:prstGeom>
          <a:solidFill>
            <a:srgbClr val="90EE90"/>
          </a:solidFill>
          <a:ln w="12700">
            <a:solidFill>
              <a:srgbClr val="90EE90"/>
            </a:solidFill>
            <a:prstDash val="solid"/>
          </a:ln>
        </p:spPr>
      </p:sp>
      <p:sp>
        <p:nvSpPr>
          <p:cNvPr id="62" name="Shape 60"/>
          <p:cNvSpPr/>
          <p:nvPr/>
        </p:nvSpPr>
        <p:spPr>
          <a:xfrm>
            <a:off x="2968142" y="2874645"/>
            <a:ext cx="614477" cy="40005"/>
          </a:xfrm>
          <a:prstGeom prst="rect">
            <a:avLst/>
          </a:prstGeom>
          <a:solidFill>
            <a:srgbClr val="FF6B6B"/>
          </a:solidFill>
          <a:ln w="12700">
            <a:solidFill>
              <a:srgbClr val="FF6B6B"/>
            </a:solidFill>
            <a:prstDash val="solid"/>
          </a:ln>
        </p:spPr>
      </p:sp>
      <p:sp>
        <p:nvSpPr>
          <p:cNvPr id="63" name="Shape 61"/>
          <p:cNvSpPr/>
          <p:nvPr/>
        </p:nvSpPr>
        <p:spPr>
          <a:xfrm>
            <a:off x="2968142" y="2924251"/>
            <a:ext cx="614477" cy="40005"/>
          </a:xfrm>
          <a:prstGeom prst="rect">
            <a:avLst/>
          </a:prstGeom>
          <a:solidFill>
            <a:srgbClr val="7FB2E5"/>
          </a:solidFill>
          <a:ln w="12700">
            <a:solidFill>
              <a:srgbClr val="7FB2E5"/>
            </a:solidFill>
            <a:prstDash val="solid"/>
          </a:ln>
        </p:spPr>
      </p:sp>
      <p:sp>
        <p:nvSpPr>
          <p:cNvPr id="64" name="Shape 62"/>
          <p:cNvSpPr/>
          <p:nvPr/>
        </p:nvSpPr>
        <p:spPr>
          <a:xfrm>
            <a:off x="2968142" y="2973857"/>
            <a:ext cx="614477" cy="40005"/>
          </a:xfrm>
          <a:prstGeom prst="rect">
            <a:avLst/>
          </a:prstGeom>
          <a:solidFill>
            <a:srgbClr val="B0B0B0"/>
          </a:solidFill>
          <a:ln w="12700">
            <a:solidFill>
              <a:srgbClr val="B0B0B0"/>
            </a:solidFill>
            <a:prstDash val="solid"/>
          </a:ln>
        </p:spPr>
      </p:sp>
      <p:sp>
        <p:nvSpPr>
          <p:cNvPr id="65" name="Shape 63"/>
          <p:cNvSpPr/>
          <p:nvPr/>
        </p:nvSpPr>
        <p:spPr>
          <a:xfrm>
            <a:off x="3601822" y="1554480"/>
            <a:ext cx="19202" cy="1472184"/>
          </a:xfrm>
          <a:prstGeom prst="rect">
            <a:avLst/>
          </a:prstGeom>
          <a:solidFill>
            <a:srgbClr val="DEDCD7"/>
          </a:solidFill>
          <a:ln w="6350">
            <a:solidFill>
              <a:srgbClr val="CBC8C1"/>
            </a:solidFill>
            <a:prstDash val="solid"/>
          </a:ln>
        </p:spPr>
      </p:sp>
      <p:sp>
        <p:nvSpPr>
          <p:cNvPr id="66" name="Shape 64"/>
          <p:cNvSpPr/>
          <p:nvPr/>
        </p:nvSpPr>
        <p:spPr>
          <a:xfrm>
            <a:off x="3640226" y="1580083"/>
            <a:ext cx="409651" cy="128016"/>
          </a:xfrm>
          <a:prstGeom prst="rect">
            <a:avLst/>
          </a:prstGeom>
          <a:solidFill>
            <a:srgbClr val="F4F4F4"/>
          </a:solidFill>
          <a:ln w="12700">
            <a:solidFill>
              <a:srgbClr val="000000"/>
            </a:solidFill>
            <a:prstDash val="solid"/>
          </a:ln>
        </p:spPr>
      </p:sp>
      <p:sp>
        <p:nvSpPr>
          <p:cNvPr id="67" name="Text 65"/>
          <p:cNvSpPr txBox="1"/>
          <p:nvPr/>
        </p:nvSpPr>
        <p:spPr>
          <a:xfrm>
            <a:off x="3640226" y="1580083"/>
            <a:ext cx="409651" cy="128016"/>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a:t>
            </a:r>
            <a:endParaRPr lang="en-US" sz="600" dirty="0"/>
          </a:p>
        </p:txBody>
      </p:sp>
      <p:sp>
        <p:nvSpPr>
          <p:cNvPr id="68" name="Shape 66"/>
          <p:cNvSpPr/>
          <p:nvPr/>
        </p:nvSpPr>
        <p:spPr>
          <a:xfrm>
            <a:off x="3640226" y="1746504"/>
            <a:ext cx="409651" cy="64008"/>
          </a:xfrm>
          <a:prstGeom prst="rect">
            <a:avLst/>
          </a:prstGeom>
          <a:solidFill>
            <a:srgbClr val="B9B4AE"/>
          </a:solidFill>
          <a:ln w="12700">
            <a:solidFill>
              <a:srgbClr val="B9B4AE"/>
            </a:solidFill>
            <a:prstDash val="solid"/>
          </a:ln>
        </p:spPr>
      </p:sp>
      <p:sp>
        <p:nvSpPr>
          <p:cNvPr id="69" name="Text 67"/>
          <p:cNvSpPr txBox="1"/>
          <p:nvPr/>
        </p:nvSpPr>
        <p:spPr>
          <a:xfrm>
            <a:off x="3659429" y="1746504"/>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70" name="Text 68"/>
          <p:cNvSpPr txBox="1"/>
          <p:nvPr/>
        </p:nvSpPr>
        <p:spPr>
          <a:xfrm>
            <a:off x="3659429" y="1823314"/>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71" name="Text 69"/>
          <p:cNvSpPr txBox="1"/>
          <p:nvPr/>
        </p:nvSpPr>
        <p:spPr>
          <a:xfrm>
            <a:off x="3659429" y="1900123"/>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72" name="Shape 70"/>
          <p:cNvSpPr/>
          <p:nvPr/>
        </p:nvSpPr>
        <p:spPr>
          <a:xfrm>
            <a:off x="3640226" y="1976933"/>
            <a:ext cx="409651" cy="64008"/>
          </a:xfrm>
          <a:prstGeom prst="rect">
            <a:avLst/>
          </a:prstGeom>
          <a:solidFill>
            <a:srgbClr val="B9B4AE"/>
          </a:solidFill>
          <a:ln w="12700">
            <a:solidFill>
              <a:srgbClr val="B9B4AE"/>
            </a:solidFill>
            <a:prstDash val="solid"/>
          </a:ln>
        </p:spPr>
      </p:sp>
      <p:sp>
        <p:nvSpPr>
          <p:cNvPr id="73" name="Text 71"/>
          <p:cNvSpPr txBox="1"/>
          <p:nvPr/>
        </p:nvSpPr>
        <p:spPr>
          <a:xfrm>
            <a:off x="3659429" y="1976933"/>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2</a:t>
            </a:r>
            <a:endParaRPr lang="en-US" sz="500" dirty="0"/>
          </a:p>
        </p:txBody>
      </p:sp>
      <p:sp>
        <p:nvSpPr>
          <p:cNvPr id="74" name="Shape 72"/>
          <p:cNvSpPr/>
          <p:nvPr/>
        </p:nvSpPr>
        <p:spPr>
          <a:xfrm>
            <a:off x="3585820" y="2213762"/>
            <a:ext cx="51206" cy="153619"/>
          </a:xfrm>
          <a:prstGeom prst="roundRect">
            <a:avLst>
              <a:gd name="adj" fmla="val 53572"/>
            </a:avLst>
          </a:prstGeom>
          <a:solidFill>
            <a:srgbClr val="CFCCC5"/>
          </a:solidFill>
          <a:ln w="6350">
            <a:solidFill>
              <a:srgbClr val="B5B2AB"/>
            </a:solidFill>
            <a:prstDash val="solid"/>
          </a:ln>
        </p:spPr>
      </p:sp>
      <p:sp>
        <p:nvSpPr>
          <p:cNvPr id="75" name="Text 73"/>
          <p:cNvSpPr txBox="1"/>
          <p:nvPr/>
        </p:nvSpPr>
        <p:spPr>
          <a:xfrm>
            <a:off x="3585820" y="2213762"/>
            <a:ext cx="51206" cy="153619"/>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a:t>
            </a:r>
            <a:endParaRPr lang="en-US" sz="600" dirty="0"/>
          </a:p>
        </p:txBody>
      </p:sp>
      <p:sp>
        <p:nvSpPr>
          <p:cNvPr id="76" name="Text 74"/>
          <p:cNvSpPr txBox="1"/>
          <p:nvPr/>
        </p:nvSpPr>
        <p:spPr>
          <a:xfrm>
            <a:off x="548640" y="3081528"/>
            <a:ext cx="35204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canvas 750 · panel 350</a:t>
            </a:r>
            <a:endParaRPr lang="en-US" sz="950" dirty="0"/>
          </a:p>
        </p:txBody>
      </p:sp>
      <p:sp>
        <p:nvSpPr>
          <p:cNvPr id="77" name="Text 75"/>
          <p:cNvSpPr txBox="1"/>
          <p:nvPr/>
        </p:nvSpPr>
        <p:spPr>
          <a:xfrm>
            <a:off x="548640" y="3392424"/>
            <a:ext cx="3520440" cy="91440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Default. Chevron points at the column: ›</a:t>
            </a:r>
            <a:endParaRPr lang="en-US" sz="1250" dirty="0"/>
          </a:p>
        </p:txBody>
      </p:sp>
      <p:sp>
        <p:nvSpPr>
          <p:cNvPr id="78" name="Text 76"/>
          <p:cNvSpPr txBox="1"/>
          <p:nvPr/>
        </p:nvSpPr>
        <p:spPr>
          <a:xfrm>
            <a:off x="4398264" y="1143000"/>
            <a:ext cx="3520440" cy="365760"/>
          </a:xfrm>
          <a:prstGeom prst="rect">
            <a:avLst/>
          </a:prstGeom>
          <a:noFill/>
          <a:ln/>
        </p:spPr>
        <p:txBody>
          <a:bodyPr wrap="square" lIns="0" tIns="0" rIns="0" bIns="0" rtlCol="0" anchor="ctr"/>
          <a:lstStyle/>
          <a:p>
            <a:pPr indent="0" marL="0">
              <a:buNone/>
            </a:pPr>
            <a:r>
              <a:rPr lang="en-US" sz="1800" b="1" dirty="0">
                <a:solidFill>
                  <a:srgbClr val="1E1E1C"/>
                </a:solidFill>
                <a:latin typeface="Calibri" pitchFamily="34" charset="0"/>
                <a:ea typeface="Calibri" pitchFamily="34" charset="-122"/>
                <a:cs typeface="Calibri" pitchFamily="34" charset="-120"/>
              </a:rPr>
              <a:t>Hidden</a:t>
            </a:r>
            <a:endParaRPr lang="en-US" sz="1800" dirty="0"/>
          </a:p>
        </p:txBody>
      </p:sp>
      <p:sp>
        <p:nvSpPr>
          <p:cNvPr id="79" name="Shape 77"/>
          <p:cNvSpPr/>
          <p:nvPr/>
        </p:nvSpPr>
        <p:spPr>
          <a:xfrm>
            <a:off x="4398264" y="1554480"/>
            <a:ext cx="3520440" cy="1472184"/>
          </a:xfrm>
          <a:prstGeom prst="rect">
            <a:avLst/>
          </a:prstGeom>
          <a:solidFill>
            <a:srgbClr val="EBEBEB"/>
          </a:solidFill>
          <a:ln w="9525">
            <a:solidFill>
              <a:srgbClr val="B9B6B0"/>
            </a:solidFill>
            <a:prstDash val="solid"/>
          </a:ln>
        </p:spPr>
      </p:sp>
      <p:sp>
        <p:nvSpPr>
          <p:cNvPr id="80" name="Shape 78"/>
          <p:cNvSpPr/>
          <p:nvPr/>
        </p:nvSpPr>
        <p:spPr>
          <a:xfrm>
            <a:off x="4423867" y="1573682"/>
            <a:ext cx="162992" cy="76810"/>
          </a:xfrm>
          <a:prstGeom prst="rect">
            <a:avLst/>
          </a:prstGeom>
          <a:solidFill>
            <a:srgbClr val="D3D3D3"/>
          </a:solidFill>
          <a:ln w="12700">
            <a:solidFill>
              <a:srgbClr val="D3D3D3"/>
            </a:solidFill>
            <a:prstDash val="solid"/>
          </a:ln>
        </p:spPr>
      </p:sp>
      <p:sp>
        <p:nvSpPr>
          <p:cNvPr id="81" name="Shape 79"/>
          <p:cNvSpPr/>
          <p:nvPr/>
        </p:nvSpPr>
        <p:spPr>
          <a:xfrm>
            <a:off x="4602861" y="1573682"/>
            <a:ext cx="162992" cy="76810"/>
          </a:xfrm>
          <a:prstGeom prst="rect">
            <a:avLst/>
          </a:prstGeom>
          <a:solidFill>
            <a:srgbClr val="1B9E9E"/>
          </a:solidFill>
          <a:ln w="12700">
            <a:solidFill>
              <a:srgbClr val="1B9E9E"/>
            </a:solidFill>
            <a:prstDash val="solid"/>
          </a:ln>
        </p:spPr>
      </p:sp>
      <p:sp>
        <p:nvSpPr>
          <p:cNvPr id="82" name="Shape 80"/>
          <p:cNvSpPr/>
          <p:nvPr/>
        </p:nvSpPr>
        <p:spPr>
          <a:xfrm>
            <a:off x="4781855" y="1573682"/>
            <a:ext cx="162992" cy="76810"/>
          </a:xfrm>
          <a:prstGeom prst="rect">
            <a:avLst/>
          </a:prstGeom>
          <a:solidFill>
            <a:srgbClr val="F5C400"/>
          </a:solidFill>
          <a:ln w="12700">
            <a:solidFill>
              <a:srgbClr val="F5C400"/>
            </a:solidFill>
            <a:prstDash val="solid"/>
          </a:ln>
        </p:spPr>
      </p:sp>
      <p:sp>
        <p:nvSpPr>
          <p:cNvPr id="83" name="Shape 81"/>
          <p:cNvSpPr/>
          <p:nvPr/>
        </p:nvSpPr>
        <p:spPr>
          <a:xfrm>
            <a:off x="4960849" y="1573682"/>
            <a:ext cx="162992" cy="76810"/>
          </a:xfrm>
          <a:prstGeom prst="rect">
            <a:avLst/>
          </a:prstGeom>
          <a:solidFill>
            <a:srgbClr val="7B4A9E"/>
          </a:solidFill>
          <a:ln w="12700">
            <a:solidFill>
              <a:srgbClr val="7B4A9E"/>
            </a:solidFill>
            <a:prstDash val="solid"/>
          </a:ln>
        </p:spPr>
      </p:sp>
      <p:sp>
        <p:nvSpPr>
          <p:cNvPr id="84" name="Shape 82"/>
          <p:cNvSpPr/>
          <p:nvPr/>
        </p:nvSpPr>
        <p:spPr>
          <a:xfrm>
            <a:off x="5139842" y="1573682"/>
            <a:ext cx="162992" cy="76810"/>
          </a:xfrm>
          <a:prstGeom prst="rect">
            <a:avLst/>
          </a:prstGeom>
          <a:solidFill>
            <a:srgbClr val="E0640E"/>
          </a:solidFill>
          <a:ln w="12700">
            <a:solidFill>
              <a:srgbClr val="E0640E"/>
            </a:solidFill>
            <a:prstDash val="solid"/>
          </a:ln>
        </p:spPr>
      </p:sp>
      <p:sp>
        <p:nvSpPr>
          <p:cNvPr id="85" name="Shape 83"/>
          <p:cNvSpPr/>
          <p:nvPr/>
        </p:nvSpPr>
        <p:spPr>
          <a:xfrm>
            <a:off x="5318836" y="1573682"/>
            <a:ext cx="162992" cy="76810"/>
          </a:xfrm>
          <a:prstGeom prst="rect">
            <a:avLst/>
          </a:prstGeom>
          <a:solidFill>
            <a:srgbClr val="3A8CD8"/>
          </a:solidFill>
          <a:ln w="12700">
            <a:solidFill>
              <a:srgbClr val="3A8CD8"/>
            </a:solidFill>
            <a:prstDash val="solid"/>
          </a:ln>
        </p:spPr>
      </p:sp>
      <p:sp>
        <p:nvSpPr>
          <p:cNvPr id="86" name="Shape 84"/>
          <p:cNvSpPr/>
          <p:nvPr/>
        </p:nvSpPr>
        <p:spPr>
          <a:xfrm>
            <a:off x="5497830" y="1573682"/>
            <a:ext cx="162992" cy="76810"/>
          </a:xfrm>
          <a:prstGeom prst="rect">
            <a:avLst/>
          </a:prstGeom>
          <a:solidFill>
            <a:srgbClr val="E84A46"/>
          </a:solidFill>
          <a:ln w="12700">
            <a:solidFill>
              <a:srgbClr val="E84A46"/>
            </a:solidFill>
            <a:prstDash val="solid"/>
          </a:ln>
        </p:spPr>
      </p:sp>
      <p:sp>
        <p:nvSpPr>
          <p:cNvPr id="87" name="Shape 85"/>
          <p:cNvSpPr/>
          <p:nvPr/>
        </p:nvSpPr>
        <p:spPr>
          <a:xfrm>
            <a:off x="5676824" y="1573682"/>
            <a:ext cx="162992" cy="76810"/>
          </a:xfrm>
          <a:prstGeom prst="rect">
            <a:avLst/>
          </a:prstGeom>
          <a:solidFill>
            <a:srgbClr val="C7A7E8"/>
          </a:solidFill>
          <a:ln w="12700">
            <a:solidFill>
              <a:srgbClr val="C7A7E8"/>
            </a:solidFill>
            <a:prstDash val="solid"/>
          </a:ln>
        </p:spPr>
      </p:sp>
      <p:sp>
        <p:nvSpPr>
          <p:cNvPr id="88" name="Shape 86"/>
          <p:cNvSpPr/>
          <p:nvPr/>
        </p:nvSpPr>
        <p:spPr>
          <a:xfrm>
            <a:off x="5855818" y="1573682"/>
            <a:ext cx="162992" cy="76810"/>
          </a:xfrm>
          <a:prstGeom prst="rect">
            <a:avLst/>
          </a:prstGeom>
          <a:solidFill>
            <a:srgbClr val="F27EAE"/>
          </a:solidFill>
          <a:ln w="12700">
            <a:solidFill>
              <a:srgbClr val="F27EAE"/>
            </a:solidFill>
            <a:prstDash val="solid"/>
          </a:ln>
        </p:spPr>
      </p:sp>
      <p:sp>
        <p:nvSpPr>
          <p:cNvPr id="89" name="Shape 87"/>
          <p:cNvSpPr/>
          <p:nvPr/>
        </p:nvSpPr>
        <p:spPr>
          <a:xfrm>
            <a:off x="6034811" y="1573682"/>
            <a:ext cx="162992" cy="76810"/>
          </a:xfrm>
          <a:prstGeom prst="rect">
            <a:avLst/>
          </a:prstGeom>
          <a:solidFill>
            <a:srgbClr val="B58B7A"/>
          </a:solidFill>
          <a:ln w="12700">
            <a:solidFill>
              <a:srgbClr val="B58B7A"/>
            </a:solidFill>
            <a:prstDash val="solid"/>
          </a:ln>
        </p:spPr>
      </p:sp>
      <p:sp>
        <p:nvSpPr>
          <p:cNvPr id="90" name="Shape 88"/>
          <p:cNvSpPr/>
          <p:nvPr/>
        </p:nvSpPr>
        <p:spPr>
          <a:xfrm>
            <a:off x="6213805" y="1573682"/>
            <a:ext cx="162992" cy="76810"/>
          </a:xfrm>
          <a:prstGeom prst="rect">
            <a:avLst/>
          </a:prstGeom>
          <a:solidFill>
            <a:srgbClr val="A0475F"/>
          </a:solidFill>
          <a:ln w="12700">
            <a:solidFill>
              <a:srgbClr val="A0475F"/>
            </a:solidFill>
            <a:prstDash val="solid"/>
          </a:ln>
        </p:spPr>
      </p:sp>
      <p:sp>
        <p:nvSpPr>
          <p:cNvPr id="91" name="Shape 89"/>
          <p:cNvSpPr/>
          <p:nvPr/>
        </p:nvSpPr>
        <p:spPr>
          <a:xfrm>
            <a:off x="6392799" y="1573682"/>
            <a:ext cx="162992" cy="76810"/>
          </a:xfrm>
          <a:prstGeom prst="rect">
            <a:avLst/>
          </a:prstGeom>
          <a:solidFill>
            <a:srgbClr val="4BB543"/>
          </a:solidFill>
          <a:ln w="12700">
            <a:solidFill>
              <a:srgbClr val="4BB543"/>
            </a:solidFill>
            <a:prstDash val="solid"/>
          </a:ln>
        </p:spPr>
      </p:sp>
      <p:sp>
        <p:nvSpPr>
          <p:cNvPr id="92" name="Shape 90"/>
          <p:cNvSpPr/>
          <p:nvPr/>
        </p:nvSpPr>
        <p:spPr>
          <a:xfrm>
            <a:off x="6571793" y="1573682"/>
            <a:ext cx="162992" cy="76810"/>
          </a:xfrm>
          <a:prstGeom prst="rect">
            <a:avLst/>
          </a:prstGeom>
          <a:solidFill>
            <a:srgbClr val="B8BABB"/>
          </a:solidFill>
          <a:ln w="12700">
            <a:solidFill>
              <a:srgbClr val="B8BABB"/>
            </a:solidFill>
            <a:prstDash val="solid"/>
          </a:ln>
        </p:spPr>
      </p:sp>
      <p:sp>
        <p:nvSpPr>
          <p:cNvPr id="93" name="Shape 91"/>
          <p:cNvSpPr/>
          <p:nvPr/>
        </p:nvSpPr>
        <p:spPr>
          <a:xfrm>
            <a:off x="6750787" y="1573682"/>
            <a:ext cx="162992" cy="76810"/>
          </a:xfrm>
          <a:prstGeom prst="rect">
            <a:avLst/>
          </a:prstGeom>
          <a:solidFill>
            <a:srgbClr val="A34D92"/>
          </a:solidFill>
          <a:ln w="12700">
            <a:solidFill>
              <a:srgbClr val="A34D92"/>
            </a:solidFill>
            <a:prstDash val="solid"/>
          </a:ln>
        </p:spPr>
      </p:sp>
      <p:sp>
        <p:nvSpPr>
          <p:cNvPr id="94" name="Shape 92"/>
          <p:cNvSpPr/>
          <p:nvPr/>
        </p:nvSpPr>
        <p:spPr>
          <a:xfrm>
            <a:off x="6958584" y="1573682"/>
            <a:ext cx="160020" cy="76810"/>
          </a:xfrm>
          <a:prstGeom prst="rect">
            <a:avLst/>
          </a:prstGeom>
          <a:solidFill>
            <a:srgbClr val="F5C400"/>
          </a:solidFill>
          <a:ln w="12700">
            <a:solidFill>
              <a:srgbClr val="F5C400"/>
            </a:solidFill>
            <a:prstDash val="solid"/>
          </a:ln>
        </p:spPr>
      </p:sp>
      <p:sp>
        <p:nvSpPr>
          <p:cNvPr id="95" name="Shape 93"/>
          <p:cNvSpPr/>
          <p:nvPr/>
        </p:nvSpPr>
        <p:spPr>
          <a:xfrm>
            <a:off x="7131406" y="1573682"/>
            <a:ext cx="76810" cy="76810"/>
          </a:xfrm>
          <a:prstGeom prst="rect">
            <a:avLst/>
          </a:prstGeom>
          <a:solidFill>
            <a:srgbClr val="D0D0D0"/>
          </a:solidFill>
          <a:ln w="12700">
            <a:solidFill>
              <a:srgbClr val="D0D0D0"/>
            </a:solidFill>
            <a:prstDash val="solid"/>
          </a:ln>
        </p:spPr>
      </p:sp>
      <p:sp>
        <p:nvSpPr>
          <p:cNvPr id="96" name="Shape 94"/>
          <p:cNvSpPr/>
          <p:nvPr/>
        </p:nvSpPr>
        <p:spPr>
          <a:xfrm>
            <a:off x="4487875" y="1669694"/>
            <a:ext cx="3200" cy="1356970"/>
          </a:xfrm>
          <a:prstGeom prst="rect">
            <a:avLst/>
          </a:prstGeom>
          <a:solidFill>
            <a:srgbClr val="DADADA"/>
          </a:solidFill>
          <a:ln w="12700">
            <a:solidFill>
              <a:srgbClr val="DADADA"/>
            </a:solidFill>
            <a:prstDash val="solid"/>
          </a:ln>
        </p:spPr>
      </p:sp>
      <p:sp>
        <p:nvSpPr>
          <p:cNvPr id="97" name="Shape 95"/>
          <p:cNvSpPr/>
          <p:nvPr/>
        </p:nvSpPr>
        <p:spPr>
          <a:xfrm>
            <a:off x="4667098" y="1669694"/>
            <a:ext cx="3200" cy="1356970"/>
          </a:xfrm>
          <a:prstGeom prst="rect">
            <a:avLst/>
          </a:prstGeom>
          <a:solidFill>
            <a:srgbClr val="DADADA"/>
          </a:solidFill>
          <a:ln w="12700">
            <a:solidFill>
              <a:srgbClr val="DADADA"/>
            </a:solidFill>
            <a:prstDash val="solid"/>
          </a:ln>
        </p:spPr>
      </p:sp>
      <p:sp>
        <p:nvSpPr>
          <p:cNvPr id="98" name="Shape 96"/>
          <p:cNvSpPr/>
          <p:nvPr/>
        </p:nvSpPr>
        <p:spPr>
          <a:xfrm>
            <a:off x="4846320" y="1669694"/>
            <a:ext cx="3200" cy="1356970"/>
          </a:xfrm>
          <a:prstGeom prst="rect">
            <a:avLst/>
          </a:prstGeom>
          <a:solidFill>
            <a:srgbClr val="DADADA"/>
          </a:solidFill>
          <a:ln w="12700">
            <a:solidFill>
              <a:srgbClr val="DADADA"/>
            </a:solidFill>
            <a:prstDash val="solid"/>
          </a:ln>
        </p:spPr>
      </p:sp>
      <p:sp>
        <p:nvSpPr>
          <p:cNvPr id="99" name="Shape 97"/>
          <p:cNvSpPr/>
          <p:nvPr/>
        </p:nvSpPr>
        <p:spPr>
          <a:xfrm>
            <a:off x="5025542" y="1669694"/>
            <a:ext cx="3200" cy="1356970"/>
          </a:xfrm>
          <a:prstGeom prst="rect">
            <a:avLst/>
          </a:prstGeom>
          <a:solidFill>
            <a:srgbClr val="DADADA"/>
          </a:solidFill>
          <a:ln w="12700">
            <a:solidFill>
              <a:srgbClr val="DADADA"/>
            </a:solidFill>
            <a:prstDash val="solid"/>
          </a:ln>
        </p:spPr>
      </p:sp>
      <p:sp>
        <p:nvSpPr>
          <p:cNvPr id="100" name="Shape 98"/>
          <p:cNvSpPr/>
          <p:nvPr/>
        </p:nvSpPr>
        <p:spPr>
          <a:xfrm>
            <a:off x="5204765" y="1669694"/>
            <a:ext cx="3200" cy="1356970"/>
          </a:xfrm>
          <a:prstGeom prst="rect">
            <a:avLst/>
          </a:prstGeom>
          <a:solidFill>
            <a:srgbClr val="DADADA"/>
          </a:solidFill>
          <a:ln w="12700">
            <a:solidFill>
              <a:srgbClr val="DADADA"/>
            </a:solidFill>
            <a:prstDash val="solid"/>
          </a:ln>
        </p:spPr>
      </p:sp>
      <p:sp>
        <p:nvSpPr>
          <p:cNvPr id="101" name="Shape 99"/>
          <p:cNvSpPr/>
          <p:nvPr/>
        </p:nvSpPr>
        <p:spPr>
          <a:xfrm>
            <a:off x="5383987" y="1669694"/>
            <a:ext cx="3200" cy="1356970"/>
          </a:xfrm>
          <a:prstGeom prst="rect">
            <a:avLst/>
          </a:prstGeom>
          <a:solidFill>
            <a:srgbClr val="DADADA"/>
          </a:solidFill>
          <a:ln w="12700">
            <a:solidFill>
              <a:srgbClr val="DADADA"/>
            </a:solidFill>
            <a:prstDash val="solid"/>
          </a:ln>
        </p:spPr>
      </p:sp>
      <p:sp>
        <p:nvSpPr>
          <p:cNvPr id="102" name="Shape 100"/>
          <p:cNvSpPr/>
          <p:nvPr/>
        </p:nvSpPr>
        <p:spPr>
          <a:xfrm>
            <a:off x="5563210" y="1669694"/>
            <a:ext cx="3200" cy="1356970"/>
          </a:xfrm>
          <a:prstGeom prst="rect">
            <a:avLst/>
          </a:prstGeom>
          <a:solidFill>
            <a:srgbClr val="DADADA"/>
          </a:solidFill>
          <a:ln w="12700">
            <a:solidFill>
              <a:srgbClr val="DADADA"/>
            </a:solidFill>
            <a:prstDash val="solid"/>
          </a:ln>
        </p:spPr>
      </p:sp>
      <p:sp>
        <p:nvSpPr>
          <p:cNvPr id="103" name="Shape 101"/>
          <p:cNvSpPr/>
          <p:nvPr/>
        </p:nvSpPr>
        <p:spPr>
          <a:xfrm>
            <a:off x="5742432" y="1669694"/>
            <a:ext cx="3200" cy="1356970"/>
          </a:xfrm>
          <a:prstGeom prst="rect">
            <a:avLst/>
          </a:prstGeom>
          <a:solidFill>
            <a:srgbClr val="DADADA"/>
          </a:solidFill>
          <a:ln w="12700">
            <a:solidFill>
              <a:srgbClr val="DADADA"/>
            </a:solidFill>
            <a:prstDash val="solid"/>
          </a:ln>
        </p:spPr>
      </p:sp>
      <p:sp>
        <p:nvSpPr>
          <p:cNvPr id="104" name="Shape 102"/>
          <p:cNvSpPr/>
          <p:nvPr/>
        </p:nvSpPr>
        <p:spPr>
          <a:xfrm>
            <a:off x="5921654" y="1669694"/>
            <a:ext cx="3200" cy="1356970"/>
          </a:xfrm>
          <a:prstGeom prst="rect">
            <a:avLst/>
          </a:prstGeom>
          <a:solidFill>
            <a:srgbClr val="DADADA"/>
          </a:solidFill>
          <a:ln w="12700">
            <a:solidFill>
              <a:srgbClr val="DADADA"/>
            </a:solidFill>
            <a:prstDash val="solid"/>
          </a:ln>
        </p:spPr>
      </p:sp>
      <p:sp>
        <p:nvSpPr>
          <p:cNvPr id="105" name="Shape 103"/>
          <p:cNvSpPr/>
          <p:nvPr/>
        </p:nvSpPr>
        <p:spPr>
          <a:xfrm>
            <a:off x="6100877" y="1669694"/>
            <a:ext cx="3200" cy="1356970"/>
          </a:xfrm>
          <a:prstGeom prst="rect">
            <a:avLst/>
          </a:prstGeom>
          <a:solidFill>
            <a:srgbClr val="DADADA"/>
          </a:solidFill>
          <a:ln w="12700">
            <a:solidFill>
              <a:srgbClr val="DADADA"/>
            </a:solidFill>
            <a:prstDash val="solid"/>
          </a:ln>
        </p:spPr>
      </p:sp>
      <p:sp>
        <p:nvSpPr>
          <p:cNvPr id="106" name="Shape 104"/>
          <p:cNvSpPr/>
          <p:nvPr/>
        </p:nvSpPr>
        <p:spPr>
          <a:xfrm>
            <a:off x="6280099" y="1669694"/>
            <a:ext cx="3200" cy="1356970"/>
          </a:xfrm>
          <a:prstGeom prst="rect">
            <a:avLst/>
          </a:prstGeom>
          <a:solidFill>
            <a:srgbClr val="DADADA"/>
          </a:solidFill>
          <a:ln w="12700">
            <a:solidFill>
              <a:srgbClr val="DADADA"/>
            </a:solidFill>
            <a:prstDash val="solid"/>
          </a:ln>
        </p:spPr>
      </p:sp>
      <p:sp>
        <p:nvSpPr>
          <p:cNvPr id="107" name="Shape 105"/>
          <p:cNvSpPr/>
          <p:nvPr/>
        </p:nvSpPr>
        <p:spPr>
          <a:xfrm>
            <a:off x="6459322" y="1669694"/>
            <a:ext cx="3200" cy="1356970"/>
          </a:xfrm>
          <a:prstGeom prst="rect">
            <a:avLst/>
          </a:prstGeom>
          <a:solidFill>
            <a:srgbClr val="DADADA"/>
          </a:solidFill>
          <a:ln w="12700">
            <a:solidFill>
              <a:srgbClr val="DADADA"/>
            </a:solidFill>
            <a:prstDash val="solid"/>
          </a:ln>
        </p:spPr>
      </p:sp>
      <p:sp>
        <p:nvSpPr>
          <p:cNvPr id="108" name="Shape 106"/>
          <p:cNvSpPr/>
          <p:nvPr/>
        </p:nvSpPr>
        <p:spPr>
          <a:xfrm>
            <a:off x="6638544" y="1669694"/>
            <a:ext cx="3200" cy="1356970"/>
          </a:xfrm>
          <a:prstGeom prst="rect">
            <a:avLst/>
          </a:prstGeom>
          <a:solidFill>
            <a:srgbClr val="DADADA"/>
          </a:solidFill>
          <a:ln w="12700">
            <a:solidFill>
              <a:srgbClr val="DADADA"/>
            </a:solidFill>
            <a:prstDash val="solid"/>
          </a:ln>
        </p:spPr>
      </p:sp>
      <p:sp>
        <p:nvSpPr>
          <p:cNvPr id="109" name="Shape 107"/>
          <p:cNvSpPr/>
          <p:nvPr/>
        </p:nvSpPr>
        <p:spPr>
          <a:xfrm>
            <a:off x="6817766" y="1669694"/>
            <a:ext cx="3200" cy="1356970"/>
          </a:xfrm>
          <a:prstGeom prst="rect">
            <a:avLst/>
          </a:prstGeom>
          <a:solidFill>
            <a:srgbClr val="DADADA"/>
          </a:solidFill>
          <a:ln w="12700">
            <a:solidFill>
              <a:srgbClr val="DADADA"/>
            </a:solidFill>
            <a:prstDash val="solid"/>
          </a:ln>
        </p:spPr>
      </p:sp>
      <p:sp>
        <p:nvSpPr>
          <p:cNvPr id="110" name="Shape 108"/>
          <p:cNvSpPr/>
          <p:nvPr/>
        </p:nvSpPr>
        <p:spPr>
          <a:xfrm>
            <a:off x="6996989" y="1669694"/>
            <a:ext cx="3200" cy="1356970"/>
          </a:xfrm>
          <a:prstGeom prst="rect">
            <a:avLst/>
          </a:prstGeom>
          <a:solidFill>
            <a:srgbClr val="DADADA"/>
          </a:solidFill>
          <a:ln w="12700">
            <a:solidFill>
              <a:srgbClr val="DADADA"/>
            </a:solidFill>
            <a:prstDash val="solid"/>
          </a:ln>
        </p:spPr>
      </p:sp>
      <p:sp>
        <p:nvSpPr>
          <p:cNvPr id="111" name="Shape 109"/>
          <p:cNvSpPr/>
          <p:nvPr/>
        </p:nvSpPr>
        <p:spPr>
          <a:xfrm>
            <a:off x="7176211" y="1669694"/>
            <a:ext cx="3200" cy="1356970"/>
          </a:xfrm>
          <a:prstGeom prst="rect">
            <a:avLst/>
          </a:prstGeom>
          <a:solidFill>
            <a:srgbClr val="DADADA"/>
          </a:solidFill>
          <a:ln w="12700">
            <a:solidFill>
              <a:srgbClr val="DADADA"/>
            </a:solidFill>
            <a:prstDash val="solid"/>
          </a:ln>
        </p:spPr>
      </p:sp>
      <p:sp>
        <p:nvSpPr>
          <p:cNvPr id="112" name="Shape 110"/>
          <p:cNvSpPr/>
          <p:nvPr/>
        </p:nvSpPr>
        <p:spPr>
          <a:xfrm>
            <a:off x="4398264" y="1759306"/>
            <a:ext cx="2829154" cy="3200"/>
          </a:xfrm>
          <a:prstGeom prst="rect">
            <a:avLst/>
          </a:prstGeom>
          <a:solidFill>
            <a:srgbClr val="DADADA"/>
          </a:solidFill>
          <a:ln w="12700">
            <a:solidFill>
              <a:srgbClr val="DADADA"/>
            </a:solidFill>
            <a:prstDash val="solid"/>
          </a:ln>
        </p:spPr>
      </p:sp>
      <p:sp>
        <p:nvSpPr>
          <p:cNvPr id="113" name="Shape 111"/>
          <p:cNvSpPr/>
          <p:nvPr/>
        </p:nvSpPr>
        <p:spPr>
          <a:xfrm>
            <a:off x="4398264" y="1938528"/>
            <a:ext cx="2829154" cy="3200"/>
          </a:xfrm>
          <a:prstGeom prst="rect">
            <a:avLst/>
          </a:prstGeom>
          <a:solidFill>
            <a:srgbClr val="DADADA"/>
          </a:solidFill>
          <a:ln w="12700">
            <a:solidFill>
              <a:srgbClr val="DADADA"/>
            </a:solidFill>
            <a:prstDash val="solid"/>
          </a:ln>
        </p:spPr>
      </p:sp>
      <p:sp>
        <p:nvSpPr>
          <p:cNvPr id="114" name="Shape 112"/>
          <p:cNvSpPr/>
          <p:nvPr/>
        </p:nvSpPr>
        <p:spPr>
          <a:xfrm>
            <a:off x="4398264" y="2117750"/>
            <a:ext cx="2829154" cy="3200"/>
          </a:xfrm>
          <a:prstGeom prst="rect">
            <a:avLst/>
          </a:prstGeom>
          <a:solidFill>
            <a:srgbClr val="DADADA"/>
          </a:solidFill>
          <a:ln w="12700">
            <a:solidFill>
              <a:srgbClr val="DADADA"/>
            </a:solidFill>
            <a:prstDash val="solid"/>
          </a:ln>
        </p:spPr>
      </p:sp>
      <p:sp>
        <p:nvSpPr>
          <p:cNvPr id="115" name="Shape 113"/>
          <p:cNvSpPr/>
          <p:nvPr/>
        </p:nvSpPr>
        <p:spPr>
          <a:xfrm>
            <a:off x="4398264" y="2296973"/>
            <a:ext cx="2829154" cy="3200"/>
          </a:xfrm>
          <a:prstGeom prst="rect">
            <a:avLst/>
          </a:prstGeom>
          <a:solidFill>
            <a:srgbClr val="DADADA"/>
          </a:solidFill>
          <a:ln w="12700">
            <a:solidFill>
              <a:srgbClr val="DADADA"/>
            </a:solidFill>
            <a:prstDash val="solid"/>
          </a:ln>
        </p:spPr>
      </p:sp>
      <p:sp>
        <p:nvSpPr>
          <p:cNvPr id="116" name="Shape 114"/>
          <p:cNvSpPr/>
          <p:nvPr/>
        </p:nvSpPr>
        <p:spPr>
          <a:xfrm>
            <a:off x="4398264" y="2476195"/>
            <a:ext cx="2829154" cy="3200"/>
          </a:xfrm>
          <a:prstGeom prst="rect">
            <a:avLst/>
          </a:prstGeom>
          <a:solidFill>
            <a:srgbClr val="DADADA"/>
          </a:solidFill>
          <a:ln w="12700">
            <a:solidFill>
              <a:srgbClr val="DADADA"/>
            </a:solidFill>
            <a:prstDash val="solid"/>
          </a:ln>
        </p:spPr>
      </p:sp>
      <p:sp>
        <p:nvSpPr>
          <p:cNvPr id="117" name="Shape 115"/>
          <p:cNvSpPr/>
          <p:nvPr/>
        </p:nvSpPr>
        <p:spPr>
          <a:xfrm>
            <a:off x="4398264" y="2655418"/>
            <a:ext cx="2829154" cy="3200"/>
          </a:xfrm>
          <a:prstGeom prst="rect">
            <a:avLst/>
          </a:prstGeom>
          <a:solidFill>
            <a:srgbClr val="DADADA"/>
          </a:solidFill>
          <a:ln w="12700">
            <a:solidFill>
              <a:srgbClr val="DADADA"/>
            </a:solidFill>
            <a:prstDash val="solid"/>
          </a:ln>
        </p:spPr>
      </p:sp>
      <p:sp>
        <p:nvSpPr>
          <p:cNvPr id="118" name="Shape 116"/>
          <p:cNvSpPr/>
          <p:nvPr/>
        </p:nvSpPr>
        <p:spPr>
          <a:xfrm>
            <a:off x="4398264" y="2834640"/>
            <a:ext cx="2829154" cy="3200"/>
          </a:xfrm>
          <a:prstGeom prst="rect">
            <a:avLst/>
          </a:prstGeom>
          <a:solidFill>
            <a:srgbClr val="DADADA"/>
          </a:solidFill>
          <a:ln w="12700">
            <a:solidFill>
              <a:srgbClr val="DADADA"/>
            </a:solidFill>
            <a:prstDash val="solid"/>
          </a:ln>
        </p:spPr>
      </p:sp>
      <p:sp>
        <p:nvSpPr>
          <p:cNvPr id="119" name="Shape 117"/>
          <p:cNvSpPr/>
          <p:nvPr/>
        </p:nvSpPr>
        <p:spPr>
          <a:xfrm>
            <a:off x="4398264" y="3013862"/>
            <a:ext cx="2829154" cy="3200"/>
          </a:xfrm>
          <a:prstGeom prst="rect">
            <a:avLst/>
          </a:prstGeom>
          <a:solidFill>
            <a:srgbClr val="DADADA"/>
          </a:solidFill>
          <a:ln w="12700">
            <a:solidFill>
              <a:srgbClr val="DADADA"/>
            </a:solidFill>
            <a:prstDash val="solid"/>
          </a:ln>
        </p:spPr>
      </p:sp>
      <p:sp>
        <p:nvSpPr>
          <p:cNvPr id="120" name="Shape 118"/>
          <p:cNvSpPr/>
          <p:nvPr/>
        </p:nvSpPr>
        <p:spPr>
          <a:xfrm>
            <a:off x="7227418" y="1554480"/>
            <a:ext cx="691286" cy="1472184"/>
          </a:xfrm>
          <a:prstGeom prst="rect">
            <a:avLst/>
          </a:prstGeom>
          <a:solidFill>
            <a:srgbClr val="ECECEC"/>
          </a:solidFill>
          <a:ln w="6350">
            <a:solidFill>
              <a:srgbClr val="D2D0CB"/>
            </a:solidFill>
            <a:prstDash val="solid"/>
          </a:ln>
        </p:spPr>
      </p:sp>
      <p:sp>
        <p:nvSpPr>
          <p:cNvPr id="121" name="Shape 119"/>
          <p:cNvSpPr/>
          <p:nvPr/>
        </p:nvSpPr>
        <p:spPr>
          <a:xfrm>
            <a:off x="7419442" y="1586484"/>
            <a:ext cx="83210" cy="83210"/>
          </a:xfrm>
          <a:prstGeom prst="ellipse">
            <a:avLst/>
          </a:prstGeom>
          <a:solidFill>
            <a:srgbClr val="8E44E0"/>
          </a:solidFill>
          <a:ln w="12700">
            <a:solidFill>
              <a:srgbClr val="8E44E0"/>
            </a:solidFill>
            <a:prstDash val="solid"/>
          </a:ln>
        </p:spPr>
      </p:sp>
      <p:sp>
        <p:nvSpPr>
          <p:cNvPr id="122" name="Shape 120"/>
          <p:cNvSpPr/>
          <p:nvPr/>
        </p:nvSpPr>
        <p:spPr>
          <a:xfrm>
            <a:off x="7521854" y="1586484"/>
            <a:ext cx="83210" cy="83210"/>
          </a:xfrm>
          <a:prstGeom prst="ellipse">
            <a:avLst/>
          </a:prstGeom>
          <a:solidFill>
            <a:srgbClr val="7A7A7A"/>
          </a:solidFill>
          <a:ln w="12700">
            <a:solidFill>
              <a:srgbClr val="7A7A7A"/>
            </a:solidFill>
            <a:prstDash val="solid"/>
          </a:ln>
        </p:spPr>
      </p:sp>
      <p:sp>
        <p:nvSpPr>
          <p:cNvPr id="123" name="Shape 121"/>
          <p:cNvSpPr/>
          <p:nvPr/>
        </p:nvSpPr>
        <p:spPr>
          <a:xfrm>
            <a:off x="7624267" y="1586484"/>
            <a:ext cx="83210" cy="83210"/>
          </a:xfrm>
          <a:prstGeom prst="ellipse">
            <a:avLst/>
          </a:prstGeom>
          <a:solidFill>
            <a:srgbClr val="7A7A7A"/>
          </a:solidFill>
          <a:ln w="12700">
            <a:solidFill>
              <a:srgbClr val="7A7A7A"/>
            </a:solidFill>
            <a:prstDash val="solid"/>
          </a:ln>
        </p:spPr>
      </p:sp>
      <p:sp>
        <p:nvSpPr>
          <p:cNvPr id="124" name="Shape 122"/>
          <p:cNvSpPr/>
          <p:nvPr/>
        </p:nvSpPr>
        <p:spPr>
          <a:xfrm>
            <a:off x="7419442" y="1688897"/>
            <a:ext cx="83210" cy="83210"/>
          </a:xfrm>
          <a:prstGeom prst="ellipse">
            <a:avLst/>
          </a:prstGeom>
          <a:solidFill>
            <a:srgbClr val="F5C400"/>
          </a:solidFill>
          <a:ln w="12700">
            <a:solidFill>
              <a:srgbClr val="F5C400"/>
            </a:solidFill>
            <a:prstDash val="solid"/>
          </a:ln>
        </p:spPr>
      </p:sp>
      <p:sp>
        <p:nvSpPr>
          <p:cNvPr id="125" name="Shape 123"/>
          <p:cNvSpPr/>
          <p:nvPr/>
        </p:nvSpPr>
        <p:spPr>
          <a:xfrm>
            <a:off x="7521854" y="1688897"/>
            <a:ext cx="83210" cy="83210"/>
          </a:xfrm>
          <a:prstGeom prst="ellipse">
            <a:avLst/>
          </a:prstGeom>
          <a:solidFill>
            <a:srgbClr val="F5C400"/>
          </a:solidFill>
          <a:ln w="12700">
            <a:solidFill>
              <a:srgbClr val="F5C400"/>
            </a:solidFill>
            <a:prstDash val="solid"/>
          </a:ln>
        </p:spPr>
      </p:sp>
      <p:sp>
        <p:nvSpPr>
          <p:cNvPr id="126" name="Shape 124"/>
          <p:cNvSpPr/>
          <p:nvPr/>
        </p:nvSpPr>
        <p:spPr>
          <a:xfrm>
            <a:off x="7624267" y="1688897"/>
            <a:ext cx="83210" cy="83210"/>
          </a:xfrm>
          <a:prstGeom prst="ellipse">
            <a:avLst/>
          </a:prstGeom>
          <a:solidFill>
            <a:srgbClr val="8B0000"/>
          </a:solidFill>
          <a:ln w="12700">
            <a:solidFill>
              <a:srgbClr val="8B0000"/>
            </a:solidFill>
            <a:prstDash val="solid"/>
          </a:ln>
        </p:spPr>
      </p:sp>
      <p:sp>
        <p:nvSpPr>
          <p:cNvPr id="127" name="Shape 125"/>
          <p:cNvSpPr/>
          <p:nvPr/>
        </p:nvSpPr>
        <p:spPr>
          <a:xfrm>
            <a:off x="7419442" y="1791310"/>
            <a:ext cx="83210" cy="83210"/>
          </a:xfrm>
          <a:prstGeom prst="ellipse">
            <a:avLst/>
          </a:prstGeom>
          <a:solidFill>
            <a:srgbClr val="2FB94A"/>
          </a:solidFill>
          <a:ln w="12700">
            <a:solidFill>
              <a:srgbClr val="2FB94A"/>
            </a:solidFill>
            <a:prstDash val="solid"/>
          </a:ln>
        </p:spPr>
      </p:sp>
      <p:sp>
        <p:nvSpPr>
          <p:cNvPr id="128" name="Shape 126"/>
          <p:cNvSpPr/>
          <p:nvPr/>
        </p:nvSpPr>
        <p:spPr>
          <a:xfrm>
            <a:off x="7521854" y="1791310"/>
            <a:ext cx="83210" cy="83210"/>
          </a:xfrm>
          <a:prstGeom prst="ellipse">
            <a:avLst/>
          </a:prstGeom>
          <a:solidFill>
            <a:srgbClr val="C9A07A"/>
          </a:solidFill>
          <a:ln w="12700">
            <a:solidFill>
              <a:srgbClr val="C9A07A"/>
            </a:solidFill>
            <a:prstDash val="solid"/>
          </a:ln>
        </p:spPr>
      </p:sp>
      <p:sp>
        <p:nvSpPr>
          <p:cNvPr id="129" name="Shape 127"/>
          <p:cNvSpPr/>
          <p:nvPr/>
        </p:nvSpPr>
        <p:spPr>
          <a:xfrm>
            <a:off x="7624267" y="1791310"/>
            <a:ext cx="83210" cy="83210"/>
          </a:xfrm>
          <a:prstGeom prst="ellipse">
            <a:avLst/>
          </a:prstGeom>
          <a:solidFill>
            <a:srgbClr val="C9A07A"/>
          </a:solidFill>
          <a:ln w="12700">
            <a:solidFill>
              <a:srgbClr val="C9A07A"/>
            </a:solidFill>
            <a:prstDash val="solid"/>
          </a:ln>
        </p:spPr>
      </p:sp>
      <p:sp>
        <p:nvSpPr>
          <p:cNvPr id="130" name="Shape 128"/>
          <p:cNvSpPr/>
          <p:nvPr/>
        </p:nvSpPr>
        <p:spPr>
          <a:xfrm>
            <a:off x="7371436" y="2514600"/>
            <a:ext cx="384048" cy="86411"/>
          </a:xfrm>
          <a:prstGeom prst="rect">
            <a:avLst/>
          </a:prstGeom>
          <a:solidFill>
            <a:srgbClr val="8E7A9E"/>
          </a:solidFill>
          <a:ln w="12700">
            <a:solidFill>
              <a:srgbClr val="8E7A9E"/>
            </a:solidFill>
            <a:prstDash val="solid"/>
          </a:ln>
        </p:spPr>
      </p:sp>
      <p:sp>
        <p:nvSpPr>
          <p:cNvPr id="131" name="Shape 129"/>
          <p:cNvSpPr/>
          <p:nvPr/>
        </p:nvSpPr>
        <p:spPr>
          <a:xfrm>
            <a:off x="7758684" y="2521001"/>
            <a:ext cx="12802" cy="73609"/>
          </a:xfrm>
          <a:prstGeom prst="rect">
            <a:avLst/>
          </a:prstGeom>
          <a:solidFill>
            <a:srgbClr val="2FB94A"/>
          </a:solidFill>
          <a:ln w="12700">
            <a:solidFill>
              <a:srgbClr val="2FB94A"/>
            </a:solidFill>
            <a:prstDash val="solid"/>
          </a:ln>
        </p:spPr>
      </p:sp>
      <p:sp>
        <p:nvSpPr>
          <p:cNvPr id="132" name="Shape 130"/>
          <p:cNvSpPr/>
          <p:nvPr/>
        </p:nvSpPr>
        <p:spPr>
          <a:xfrm>
            <a:off x="7371436" y="2613812"/>
            <a:ext cx="384048" cy="86411"/>
          </a:xfrm>
          <a:prstGeom prst="rect">
            <a:avLst/>
          </a:prstGeom>
          <a:solidFill>
            <a:srgbClr val="C9A7E6"/>
          </a:solidFill>
          <a:ln w="12700">
            <a:solidFill>
              <a:srgbClr val="C9A7E6"/>
            </a:solidFill>
            <a:prstDash val="solid"/>
          </a:ln>
        </p:spPr>
      </p:sp>
      <p:sp>
        <p:nvSpPr>
          <p:cNvPr id="133" name="Shape 131"/>
          <p:cNvSpPr/>
          <p:nvPr/>
        </p:nvSpPr>
        <p:spPr>
          <a:xfrm>
            <a:off x="7758684" y="2620213"/>
            <a:ext cx="12802" cy="73609"/>
          </a:xfrm>
          <a:prstGeom prst="rect">
            <a:avLst/>
          </a:prstGeom>
          <a:solidFill>
            <a:srgbClr val="2FB94A"/>
          </a:solidFill>
          <a:ln w="12700">
            <a:solidFill>
              <a:srgbClr val="2FB94A"/>
            </a:solidFill>
            <a:prstDash val="solid"/>
          </a:ln>
        </p:spPr>
      </p:sp>
      <p:sp>
        <p:nvSpPr>
          <p:cNvPr id="134" name="Shape 132"/>
          <p:cNvSpPr/>
          <p:nvPr/>
        </p:nvSpPr>
        <p:spPr>
          <a:xfrm>
            <a:off x="7246620" y="2725826"/>
            <a:ext cx="633679" cy="40005"/>
          </a:xfrm>
          <a:prstGeom prst="rect">
            <a:avLst/>
          </a:prstGeom>
          <a:solidFill>
            <a:srgbClr val="E68FE0"/>
          </a:solidFill>
          <a:ln w="12700">
            <a:solidFill>
              <a:srgbClr val="E68FE0"/>
            </a:solidFill>
            <a:prstDash val="solid"/>
          </a:ln>
        </p:spPr>
      </p:sp>
      <p:sp>
        <p:nvSpPr>
          <p:cNvPr id="135" name="Shape 133"/>
          <p:cNvSpPr/>
          <p:nvPr/>
        </p:nvSpPr>
        <p:spPr>
          <a:xfrm>
            <a:off x="7246620" y="2775433"/>
            <a:ext cx="633679" cy="40005"/>
          </a:xfrm>
          <a:prstGeom prst="rect">
            <a:avLst/>
          </a:prstGeom>
          <a:solidFill>
            <a:srgbClr val="FFA500"/>
          </a:solidFill>
          <a:ln w="12700">
            <a:solidFill>
              <a:srgbClr val="FFA500"/>
            </a:solidFill>
            <a:prstDash val="solid"/>
          </a:ln>
        </p:spPr>
      </p:sp>
      <p:sp>
        <p:nvSpPr>
          <p:cNvPr id="136" name="Shape 134"/>
          <p:cNvSpPr/>
          <p:nvPr/>
        </p:nvSpPr>
        <p:spPr>
          <a:xfrm>
            <a:off x="7246620" y="2825039"/>
            <a:ext cx="633679" cy="40005"/>
          </a:xfrm>
          <a:prstGeom prst="rect">
            <a:avLst/>
          </a:prstGeom>
          <a:solidFill>
            <a:srgbClr val="90EE90"/>
          </a:solidFill>
          <a:ln w="12700">
            <a:solidFill>
              <a:srgbClr val="90EE90"/>
            </a:solidFill>
            <a:prstDash val="solid"/>
          </a:ln>
        </p:spPr>
      </p:sp>
      <p:sp>
        <p:nvSpPr>
          <p:cNvPr id="137" name="Shape 135"/>
          <p:cNvSpPr/>
          <p:nvPr/>
        </p:nvSpPr>
        <p:spPr>
          <a:xfrm>
            <a:off x="7246620" y="2874645"/>
            <a:ext cx="633679" cy="40005"/>
          </a:xfrm>
          <a:prstGeom prst="rect">
            <a:avLst/>
          </a:prstGeom>
          <a:solidFill>
            <a:srgbClr val="FF6B6B"/>
          </a:solidFill>
          <a:ln w="12700">
            <a:solidFill>
              <a:srgbClr val="FF6B6B"/>
            </a:solidFill>
            <a:prstDash val="solid"/>
          </a:ln>
        </p:spPr>
      </p:sp>
      <p:sp>
        <p:nvSpPr>
          <p:cNvPr id="138" name="Shape 136"/>
          <p:cNvSpPr/>
          <p:nvPr/>
        </p:nvSpPr>
        <p:spPr>
          <a:xfrm>
            <a:off x="7246620" y="2924251"/>
            <a:ext cx="633679" cy="40005"/>
          </a:xfrm>
          <a:prstGeom prst="rect">
            <a:avLst/>
          </a:prstGeom>
          <a:solidFill>
            <a:srgbClr val="7FB2E5"/>
          </a:solidFill>
          <a:ln w="12700">
            <a:solidFill>
              <a:srgbClr val="7FB2E5"/>
            </a:solidFill>
            <a:prstDash val="solid"/>
          </a:ln>
        </p:spPr>
      </p:sp>
      <p:sp>
        <p:nvSpPr>
          <p:cNvPr id="139" name="Shape 137"/>
          <p:cNvSpPr/>
          <p:nvPr/>
        </p:nvSpPr>
        <p:spPr>
          <a:xfrm>
            <a:off x="7246620" y="2973857"/>
            <a:ext cx="633679" cy="40005"/>
          </a:xfrm>
          <a:prstGeom prst="rect">
            <a:avLst/>
          </a:prstGeom>
          <a:solidFill>
            <a:srgbClr val="B0B0B0"/>
          </a:solidFill>
          <a:ln w="12700">
            <a:solidFill>
              <a:srgbClr val="B0B0B0"/>
            </a:solidFill>
            <a:prstDash val="solid"/>
          </a:ln>
        </p:spPr>
      </p:sp>
      <p:sp>
        <p:nvSpPr>
          <p:cNvPr id="140" name="Shape 138"/>
          <p:cNvSpPr/>
          <p:nvPr/>
        </p:nvSpPr>
        <p:spPr>
          <a:xfrm>
            <a:off x="7899502" y="1554480"/>
            <a:ext cx="19202" cy="1472184"/>
          </a:xfrm>
          <a:prstGeom prst="rect">
            <a:avLst/>
          </a:prstGeom>
          <a:solidFill>
            <a:srgbClr val="DEDCD7"/>
          </a:solidFill>
          <a:ln w="6350">
            <a:solidFill>
              <a:srgbClr val="CBC8C1"/>
            </a:solidFill>
            <a:prstDash val="solid"/>
          </a:ln>
        </p:spPr>
      </p:sp>
      <p:sp>
        <p:nvSpPr>
          <p:cNvPr id="141" name="Shape 139"/>
          <p:cNvSpPr/>
          <p:nvPr/>
        </p:nvSpPr>
        <p:spPr>
          <a:xfrm>
            <a:off x="7861097" y="2213762"/>
            <a:ext cx="51206" cy="153619"/>
          </a:xfrm>
          <a:prstGeom prst="roundRect">
            <a:avLst>
              <a:gd name="adj" fmla="val 53572"/>
            </a:avLst>
          </a:prstGeom>
          <a:solidFill>
            <a:srgbClr val="CFCCC5"/>
          </a:solidFill>
          <a:ln w="6350">
            <a:solidFill>
              <a:srgbClr val="B5B2AB"/>
            </a:solidFill>
            <a:prstDash val="solid"/>
          </a:ln>
        </p:spPr>
      </p:sp>
      <p:sp>
        <p:nvSpPr>
          <p:cNvPr id="142" name="Text 140"/>
          <p:cNvSpPr txBox="1"/>
          <p:nvPr/>
        </p:nvSpPr>
        <p:spPr>
          <a:xfrm>
            <a:off x="7861097" y="2213762"/>
            <a:ext cx="51206" cy="153619"/>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a:t>
            </a:r>
            <a:endParaRPr lang="en-US" sz="600" dirty="0"/>
          </a:p>
        </p:txBody>
      </p:sp>
      <p:sp>
        <p:nvSpPr>
          <p:cNvPr id="143" name="Text 141"/>
          <p:cNvSpPr txBox="1"/>
          <p:nvPr/>
        </p:nvSpPr>
        <p:spPr>
          <a:xfrm>
            <a:off x="4398264" y="3081528"/>
            <a:ext cx="35204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canvas 884 (+134) · panel 216</a:t>
            </a:r>
            <a:endParaRPr lang="en-US" sz="950" dirty="0"/>
          </a:p>
        </p:txBody>
      </p:sp>
      <p:sp>
        <p:nvSpPr>
          <p:cNvPr id="144" name="Text 142"/>
          <p:cNvSpPr txBox="1"/>
          <p:nvPr/>
        </p:nvSpPr>
        <p:spPr>
          <a:xfrm>
            <a:off x="4398264" y="3392424"/>
            <a:ext cx="3520440" cy="91440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Column collapsed to 0. Divider and tab sit at the window edge. Chevron flips: ‹</a:t>
            </a:r>
            <a:endParaRPr lang="en-US" sz="1250" dirty="0"/>
          </a:p>
        </p:txBody>
      </p:sp>
      <p:sp>
        <p:nvSpPr>
          <p:cNvPr id="145" name="Text 143"/>
          <p:cNvSpPr txBox="1"/>
          <p:nvPr/>
        </p:nvSpPr>
        <p:spPr>
          <a:xfrm>
            <a:off x="8247888" y="1143000"/>
            <a:ext cx="3520440" cy="365760"/>
          </a:xfrm>
          <a:prstGeom prst="rect">
            <a:avLst/>
          </a:prstGeom>
          <a:noFill/>
          <a:ln/>
        </p:spPr>
        <p:txBody>
          <a:bodyPr wrap="square" lIns="0" tIns="0" rIns="0" bIns="0" rtlCol="0" anchor="ctr"/>
          <a:lstStyle/>
          <a:p>
            <a:pPr indent="0" marL="0">
              <a:buNone/>
            </a:pPr>
            <a:r>
              <a:rPr lang="en-US" sz="1800" b="1" dirty="0">
                <a:solidFill>
                  <a:srgbClr val="1E1E1C"/>
                </a:solidFill>
                <a:latin typeface="Calibri" pitchFamily="34" charset="0"/>
                <a:ea typeface="Calibri" pitchFamily="34" charset="-122"/>
                <a:cs typeface="Calibri" pitchFamily="34" charset="-120"/>
              </a:rPr>
              <a:t>Dragged wider</a:t>
            </a:r>
            <a:endParaRPr lang="en-US" sz="1800" dirty="0"/>
          </a:p>
        </p:txBody>
      </p:sp>
      <p:sp>
        <p:nvSpPr>
          <p:cNvPr id="146" name="Shape 144"/>
          <p:cNvSpPr/>
          <p:nvPr/>
        </p:nvSpPr>
        <p:spPr>
          <a:xfrm>
            <a:off x="8247888" y="1554480"/>
            <a:ext cx="3520440" cy="1472184"/>
          </a:xfrm>
          <a:prstGeom prst="rect">
            <a:avLst/>
          </a:prstGeom>
          <a:solidFill>
            <a:srgbClr val="EBEBEB"/>
          </a:solidFill>
          <a:ln w="9525">
            <a:solidFill>
              <a:srgbClr val="B9B6B0"/>
            </a:solidFill>
            <a:prstDash val="solid"/>
          </a:ln>
        </p:spPr>
      </p:sp>
      <p:sp>
        <p:nvSpPr>
          <p:cNvPr id="147" name="Shape 145"/>
          <p:cNvSpPr/>
          <p:nvPr/>
        </p:nvSpPr>
        <p:spPr>
          <a:xfrm>
            <a:off x="8273491" y="1573682"/>
            <a:ext cx="116357" cy="76810"/>
          </a:xfrm>
          <a:prstGeom prst="rect">
            <a:avLst/>
          </a:prstGeom>
          <a:solidFill>
            <a:srgbClr val="D3D3D3"/>
          </a:solidFill>
          <a:ln w="12700">
            <a:solidFill>
              <a:srgbClr val="D3D3D3"/>
            </a:solidFill>
            <a:prstDash val="solid"/>
          </a:ln>
        </p:spPr>
      </p:sp>
      <p:sp>
        <p:nvSpPr>
          <p:cNvPr id="148" name="Shape 146"/>
          <p:cNvSpPr/>
          <p:nvPr/>
        </p:nvSpPr>
        <p:spPr>
          <a:xfrm>
            <a:off x="8405851" y="1573682"/>
            <a:ext cx="116357" cy="76810"/>
          </a:xfrm>
          <a:prstGeom prst="rect">
            <a:avLst/>
          </a:prstGeom>
          <a:solidFill>
            <a:srgbClr val="1B9E9E"/>
          </a:solidFill>
          <a:ln w="12700">
            <a:solidFill>
              <a:srgbClr val="1B9E9E"/>
            </a:solidFill>
            <a:prstDash val="solid"/>
          </a:ln>
        </p:spPr>
      </p:sp>
      <p:sp>
        <p:nvSpPr>
          <p:cNvPr id="149" name="Shape 147"/>
          <p:cNvSpPr/>
          <p:nvPr/>
        </p:nvSpPr>
        <p:spPr>
          <a:xfrm>
            <a:off x="8538210" y="1573682"/>
            <a:ext cx="116357" cy="76810"/>
          </a:xfrm>
          <a:prstGeom prst="rect">
            <a:avLst/>
          </a:prstGeom>
          <a:solidFill>
            <a:srgbClr val="F5C400"/>
          </a:solidFill>
          <a:ln w="12700">
            <a:solidFill>
              <a:srgbClr val="F5C400"/>
            </a:solidFill>
            <a:prstDash val="solid"/>
          </a:ln>
        </p:spPr>
      </p:sp>
      <p:sp>
        <p:nvSpPr>
          <p:cNvPr id="150" name="Shape 148"/>
          <p:cNvSpPr/>
          <p:nvPr/>
        </p:nvSpPr>
        <p:spPr>
          <a:xfrm>
            <a:off x="8670569" y="1573682"/>
            <a:ext cx="116357" cy="76810"/>
          </a:xfrm>
          <a:prstGeom prst="rect">
            <a:avLst/>
          </a:prstGeom>
          <a:solidFill>
            <a:srgbClr val="7B4A9E"/>
          </a:solidFill>
          <a:ln w="12700">
            <a:solidFill>
              <a:srgbClr val="7B4A9E"/>
            </a:solidFill>
            <a:prstDash val="solid"/>
          </a:ln>
        </p:spPr>
      </p:sp>
      <p:sp>
        <p:nvSpPr>
          <p:cNvPr id="151" name="Shape 149"/>
          <p:cNvSpPr/>
          <p:nvPr/>
        </p:nvSpPr>
        <p:spPr>
          <a:xfrm>
            <a:off x="8802929" y="1573682"/>
            <a:ext cx="116357" cy="76810"/>
          </a:xfrm>
          <a:prstGeom prst="rect">
            <a:avLst/>
          </a:prstGeom>
          <a:solidFill>
            <a:srgbClr val="E0640E"/>
          </a:solidFill>
          <a:ln w="12700">
            <a:solidFill>
              <a:srgbClr val="E0640E"/>
            </a:solidFill>
            <a:prstDash val="solid"/>
          </a:ln>
        </p:spPr>
      </p:sp>
      <p:sp>
        <p:nvSpPr>
          <p:cNvPr id="152" name="Shape 150"/>
          <p:cNvSpPr/>
          <p:nvPr/>
        </p:nvSpPr>
        <p:spPr>
          <a:xfrm>
            <a:off x="8935288" y="1573682"/>
            <a:ext cx="116357" cy="76810"/>
          </a:xfrm>
          <a:prstGeom prst="rect">
            <a:avLst/>
          </a:prstGeom>
          <a:solidFill>
            <a:srgbClr val="3A8CD8"/>
          </a:solidFill>
          <a:ln w="12700">
            <a:solidFill>
              <a:srgbClr val="3A8CD8"/>
            </a:solidFill>
            <a:prstDash val="solid"/>
          </a:ln>
        </p:spPr>
      </p:sp>
      <p:sp>
        <p:nvSpPr>
          <p:cNvPr id="153" name="Shape 151"/>
          <p:cNvSpPr/>
          <p:nvPr/>
        </p:nvSpPr>
        <p:spPr>
          <a:xfrm>
            <a:off x="9067648" y="1573682"/>
            <a:ext cx="116357" cy="76810"/>
          </a:xfrm>
          <a:prstGeom prst="rect">
            <a:avLst/>
          </a:prstGeom>
          <a:solidFill>
            <a:srgbClr val="E84A46"/>
          </a:solidFill>
          <a:ln w="12700">
            <a:solidFill>
              <a:srgbClr val="E84A46"/>
            </a:solidFill>
            <a:prstDash val="solid"/>
          </a:ln>
        </p:spPr>
      </p:sp>
      <p:sp>
        <p:nvSpPr>
          <p:cNvPr id="154" name="Shape 152"/>
          <p:cNvSpPr/>
          <p:nvPr/>
        </p:nvSpPr>
        <p:spPr>
          <a:xfrm>
            <a:off x="9200007" y="1573682"/>
            <a:ext cx="116357" cy="76810"/>
          </a:xfrm>
          <a:prstGeom prst="rect">
            <a:avLst/>
          </a:prstGeom>
          <a:solidFill>
            <a:srgbClr val="C7A7E8"/>
          </a:solidFill>
          <a:ln w="12700">
            <a:solidFill>
              <a:srgbClr val="C7A7E8"/>
            </a:solidFill>
            <a:prstDash val="solid"/>
          </a:ln>
        </p:spPr>
      </p:sp>
      <p:sp>
        <p:nvSpPr>
          <p:cNvPr id="155" name="Shape 153"/>
          <p:cNvSpPr/>
          <p:nvPr/>
        </p:nvSpPr>
        <p:spPr>
          <a:xfrm>
            <a:off x="9332366" y="1573682"/>
            <a:ext cx="116357" cy="76810"/>
          </a:xfrm>
          <a:prstGeom prst="rect">
            <a:avLst/>
          </a:prstGeom>
          <a:solidFill>
            <a:srgbClr val="F27EAE"/>
          </a:solidFill>
          <a:ln w="12700">
            <a:solidFill>
              <a:srgbClr val="F27EAE"/>
            </a:solidFill>
            <a:prstDash val="solid"/>
          </a:ln>
        </p:spPr>
      </p:sp>
      <p:sp>
        <p:nvSpPr>
          <p:cNvPr id="156" name="Shape 154"/>
          <p:cNvSpPr/>
          <p:nvPr/>
        </p:nvSpPr>
        <p:spPr>
          <a:xfrm>
            <a:off x="9464726" y="1573682"/>
            <a:ext cx="116357" cy="76810"/>
          </a:xfrm>
          <a:prstGeom prst="rect">
            <a:avLst/>
          </a:prstGeom>
          <a:solidFill>
            <a:srgbClr val="B58B7A"/>
          </a:solidFill>
          <a:ln w="12700">
            <a:solidFill>
              <a:srgbClr val="B58B7A"/>
            </a:solidFill>
            <a:prstDash val="solid"/>
          </a:ln>
        </p:spPr>
      </p:sp>
      <p:sp>
        <p:nvSpPr>
          <p:cNvPr id="157" name="Shape 155"/>
          <p:cNvSpPr/>
          <p:nvPr/>
        </p:nvSpPr>
        <p:spPr>
          <a:xfrm>
            <a:off x="9597085" y="1573682"/>
            <a:ext cx="116357" cy="76810"/>
          </a:xfrm>
          <a:prstGeom prst="rect">
            <a:avLst/>
          </a:prstGeom>
          <a:solidFill>
            <a:srgbClr val="A0475F"/>
          </a:solidFill>
          <a:ln w="12700">
            <a:solidFill>
              <a:srgbClr val="A0475F"/>
            </a:solidFill>
            <a:prstDash val="solid"/>
          </a:ln>
        </p:spPr>
      </p:sp>
      <p:sp>
        <p:nvSpPr>
          <p:cNvPr id="158" name="Shape 156"/>
          <p:cNvSpPr/>
          <p:nvPr/>
        </p:nvSpPr>
        <p:spPr>
          <a:xfrm>
            <a:off x="9729445" y="1573682"/>
            <a:ext cx="116357" cy="76810"/>
          </a:xfrm>
          <a:prstGeom prst="rect">
            <a:avLst/>
          </a:prstGeom>
          <a:solidFill>
            <a:srgbClr val="4BB543"/>
          </a:solidFill>
          <a:ln w="12700">
            <a:solidFill>
              <a:srgbClr val="4BB543"/>
            </a:solidFill>
            <a:prstDash val="solid"/>
          </a:ln>
        </p:spPr>
      </p:sp>
      <p:sp>
        <p:nvSpPr>
          <p:cNvPr id="159" name="Shape 157"/>
          <p:cNvSpPr/>
          <p:nvPr/>
        </p:nvSpPr>
        <p:spPr>
          <a:xfrm>
            <a:off x="9861804" y="1573682"/>
            <a:ext cx="116357" cy="76810"/>
          </a:xfrm>
          <a:prstGeom prst="rect">
            <a:avLst/>
          </a:prstGeom>
          <a:solidFill>
            <a:srgbClr val="B8BABB"/>
          </a:solidFill>
          <a:ln w="12700">
            <a:solidFill>
              <a:srgbClr val="B8BABB"/>
            </a:solidFill>
            <a:prstDash val="solid"/>
          </a:ln>
        </p:spPr>
      </p:sp>
      <p:sp>
        <p:nvSpPr>
          <p:cNvPr id="160" name="Shape 158"/>
          <p:cNvSpPr/>
          <p:nvPr/>
        </p:nvSpPr>
        <p:spPr>
          <a:xfrm>
            <a:off x="9994163" y="1573682"/>
            <a:ext cx="116357" cy="76810"/>
          </a:xfrm>
          <a:prstGeom prst="rect">
            <a:avLst/>
          </a:prstGeom>
          <a:solidFill>
            <a:srgbClr val="A34D92"/>
          </a:solidFill>
          <a:ln w="12700">
            <a:solidFill>
              <a:srgbClr val="A34D92"/>
            </a:solidFill>
            <a:prstDash val="solid"/>
          </a:ln>
        </p:spPr>
      </p:sp>
      <p:sp>
        <p:nvSpPr>
          <p:cNvPr id="161" name="Shape 159"/>
          <p:cNvSpPr/>
          <p:nvPr/>
        </p:nvSpPr>
        <p:spPr>
          <a:xfrm>
            <a:off x="10155326" y="1573682"/>
            <a:ext cx="160020" cy="76810"/>
          </a:xfrm>
          <a:prstGeom prst="rect">
            <a:avLst/>
          </a:prstGeom>
          <a:solidFill>
            <a:srgbClr val="F5C400"/>
          </a:solidFill>
          <a:ln w="12700">
            <a:solidFill>
              <a:srgbClr val="F5C400"/>
            </a:solidFill>
            <a:prstDash val="solid"/>
          </a:ln>
        </p:spPr>
      </p:sp>
      <p:sp>
        <p:nvSpPr>
          <p:cNvPr id="162" name="Shape 160"/>
          <p:cNvSpPr/>
          <p:nvPr/>
        </p:nvSpPr>
        <p:spPr>
          <a:xfrm>
            <a:off x="10328148" y="1573682"/>
            <a:ext cx="76810" cy="76810"/>
          </a:xfrm>
          <a:prstGeom prst="rect">
            <a:avLst/>
          </a:prstGeom>
          <a:solidFill>
            <a:srgbClr val="D0D0D0"/>
          </a:solidFill>
          <a:ln w="12700">
            <a:solidFill>
              <a:srgbClr val="D0D0D0"/>
            </a:solidFill>
            <a:prstDash val="solid"/>
          </a:ln>
        </p:spPr>
      </p:sp>
      <p:sp>
        <p:nvSpPr>
          <p:cNvPr id="163" name="Shape 161"/>
          <p:cNvSpPr/>
          <p:nvPr/>
        </p:nvSpPr>
        <p:spPr>
          <a:xfrm>
            <a:off x="8337499" y="1669694"/>
            <a:ext cx="3200" cy="1356970"/>
          </a:xfrm>
          <a:prstGeom prst="rect">
            <a:avLst/>
          </a:prstGeom>
          <a:solidFill>
            <a:srgbClr val="DADADA"/>
          </a:solidFill>
          <a:ln w="12700">
            <a:solidFill>
              <a:srgbClr val="DADADA"/>
            </a:solidFill>
            <a:prstDash val="solid"/>
          </a:ln>
        </p:spPr>
      </p:sp>
      <p:sp>
        <p:nvSpPr>
          <p:cNvPr id="164" name="Shape 162"/>
          <p:cNvSpPr/>
          <p:nvPr/>
        </p:nvSpPr>
        <p:spPr>
          <a:xfrm>
            <a:off x="8516722" y="1669694"/>
            <a:ext cx="3200" cy="1356970"/>
          </a:xfrm>
          <a:prstGeom prst="rect">
            <a:avLst/>
          </a:prstGeom>
          <a:solidFill>
            <a:srgbClr val="DADADA"/>
          </a:solidFill>
          <a:ln w="12700">
            <a:solidFill>
              <a:srgbClr val="DADADA"/>
            </a:solidFill>
            <a:prstDash val="solid"/>
          </a:ln>
        </p:spPr>
      </p:sp>
      <p:sp>
        <p:nvSpPr>
          <p:cNvPr id="165" name="Shape 163"/>
          <p:cNvSpPr/>
          <p:nvPr/>
        </p:nvSpPr>
        <p:spPr>
          <a:xfrm>
            <a:off x="8695944" y="1669694"/>
            <a:ext cx="3200" cy="1356970"/>
          </a:xfrm>
          <a:prstGeom prst="rect">
            <a:avLst/>
          </a:prstGeom>
          <a:solidFill>
            <a:srgbClr val="DADADA"/>
          </a:solidFill>
          <a:ln w="12700">
            <a:solidFill>
              <a:srgbClr val="DADADA"/>
            </a:solidFill>
            <a:prstDash val="solid"/>
          </a:ln>
        </p:spPr>
      </p:sp>
      <p:sp>
        <p:nvSpPr>
          <p:cNvPr id="166" name="Shape 164"/>
          <p:cNvSpPr/>
          <p:nvPr/>
        </p:nvSpPr>
        <p:spPr>
          <a:xfrm>
            <a:off x="8875166" y="1669694"/>
            <a:ext cx="3200" cy="1356970"/>
          </a:xfrm>
          <a:prstGeom prst="rect">
            <a:avLst/>
          </a:prstGeom>
          <a:solidFill>
            <a:srgbClr val="DADADA"/>
          </a:solidFill>
          <a:ln w="12700">
            <a:solidFill>
              <a:srgbClr val="DADADA"/>
            </a:solidFill>
            <a:prstDash val="solid"/>
          </a:ln>
        </p:spPr>
      </p:sp>
      <p:sp>
        <p:nvSpPr>
          <p:cNvPr id="167" name="Shape 165"/>
          <p:cNvSpPr/>
          <p:nvPr/>
        </p:nvSpPr>
        <p:spPr>
          <a:xfrm>
            <a:off x="9054389" y="1669694"/>
            <a:ext cx="3200" cy="1356970"/>
          </a:xfrm>
          <a:prstGeom prst="rect">
            <a:avLst/>
          </a:prstGeom>
          <a:solidFill>
            <a:srgbClr val="DADADA"/>
          </a:solidFill>
          <a:ln w="12700">
            <a:solidFill>
              <a:srgbClr val="DADADA"/>
            </a:solidFill>
            <a:prstDash val="solid"/>
          </a:ln>
        </p:spPr>
      </p:sp>
      <p:sp>
        <p:nvSpPr>
          <p:cNvPr id="168" name="Shape 166"/>
          <p:cNvSpPr/>
          <p:nvPr/>
        </p:nvSpPr>
        <p:spPr>
          <a:xfrm>
            <a:off x="9233611" y="1669694"/>
            <a:ext cx="3200" cy="1356970"/>
          </a:xfrm>
          <a:prstGeom prst="rect">
            <a:avLst/>
          </a:prstGeom>
          <a:solidFill>
            <a:srgbClr val="DADADA"/>
          </a:solidFill>
          <a:ln w="12700">
            <a:solidFill>
              <a:srgbClr val="DADADA"/>
            </a:solidFill>
            <a:prstDash val="solid"/>
          </a:ln>
        </p:spPr>
      </p:sp>
      <p:sp>
        <p:nvSpPr>
          <p:cNvPr id="169" name="Shape 167"/>
          <p:cNvSpPr/>
          <p:nvPr/>
        </p:nvSpPr>
        <p:spPr>
          <a:xfrm>
            <a:off x="9412834" y="1669694"/>
            <a:ext cx="3200" cy="1356970"/>
          </a:xfrm>
          <a:prstGeom prst="rect">
            <a:avLst/>
          </a:prstGeom>
          <a:solidFill>
            <a:srgbClr val="DADADA"/>
          </a:solidFill>
          <a:ln w="12700">
            <a:solidFill>
              <a:srgbClr val="DADADA"/>
            </a:solidFill>
            <a:prstDash val="solid"/>
          </a:ln>
        </p:spPr>
      </p:sp>
      <p:sp>
        <p:nvSpPr>
          <p:cNvPr id="170" name="Shape 168"/>
          <p:cNvSpPr/>
          <p:nvPr/>
        </p:nvSpPr>
        <p:spPr>
          <a:xfrm>
            <a:off x="9592056" y="1669694"/>
            <a:ext cx="3200" cy="1356970"/>
          </a:xfrm>
          <a:prstGeom prst="rect">
            <a:avLst/>
          </a:prstGeom>
          <a:solidFill>
            <a:srgbClr val="DADADA"/>
          </a:solidFill>
          <a:ln w="12700">
            <a:solidFill>
              <a:srgbClr val="DADADA"/>
            </a:solidFill>
            <a:prstDash val="solid"/>
          </a:ln>
        </p:spPr>
      </p:sp>
      <p:sp>
        <p:nvSpPr>
          <p:cNvPr id="171" name="Shape 169"/>
          <p:cNvSpPr/>
          <p:nvPr/>
        </p:nvSpPr>
        <p:spPr>
          <a:xfrm>
            <a:off x="9771278" y="1669694"/>
            <a:ext cx="3200" cy="1356970"/>
          </a:xfrm>
          <a:prstGeom prst="rect">
            <a:avLst/>
          </a:prstGeom>
          <a:solidFill>
            <a:srgbClr val="DADADA"/>
          </a:solidFill>
          <a:ln w="12700">
            <a:solidFill>
              <a:srgbClr val="DADADA"/>
            </a:solidFill>
            <a:prstDash val="solid"/>
          </a:ln>
        </p:spPr>
      </p:sp>
      <p:sp>
        <p:nvSpPr>
          <p:cNvPr id="172" name="Shape 170"/>
          <p:cNvSpPr/>
          <p:nvPr/>
        </p:nvSpPr>
        <p:spPr>
          <a:xfrm>
            <a:off x="9950501" y="1669694"/>
            <a:ext cx="3200" cy="1356970"/>
          </a:xfrm>
          <a:prstGeom prst="rect">
            <a:avLst/>
          </a:prstGeom>
          <a:solidFill>
            <a:srgbClr val="DADADA"/>
          </a:solidFill>
          <a:ln w="12700">
            <a:solidFill>
              <a:srgbClr val="DADADA"/>
            </a:solidFill>
            <a:prstDash val="solid"/>
          </a:ln>
        </p:spPr>
      </p:sp>
      <p:sp>
        <p:nvSpPr>
          <p:cNvPr id="173" name="Shape 171"/>
          <p:cNvSpPr/>
          <p:nvPr/>
        </p:nvSpPr>
        <p:spPr>
          <a:xfrm>
            <a:off x="10129723" y="1669694"/>
            <a:ext cx="3200" cy="1356970"/>
          </a:xfrm>
          <a:prstGeom prst="rect">
            <a:avLst/>
          </a:prstGeom>
          <a:solidFill>
            <a:srgbClr val="DADADA"/>
          </a:solidFill>
          <a:ln w="12700">
            <a:solidFill>
              <a:srgbClr val="DADADA"/>
            </a:solidFill>
            <a:prstDash val="solid"/>
          </a:ln>
        </p:spPr>
      </p:sp>
      <p:sp>
        <p:nvSpPr>
          <p:cNvPr id="174" name="Shape 172"/>
          <p:cNvSpPr/>
          <p:nvPr/>
        </p:nvSpPr>
        <p:spPr>
          <a:xfrm>
            <a:off x="10308946" y="1669694"/>
            <a:ext cx="3200" cy="1356970"/>
          </a:xfrm>
          <a:prstGeom prst="rect">
            <a:avLst/>
          </a:prstGeom>
          <a:solidFill>
            <a:srgbClr val="DADADA"/>
          </a:solidFill>
          <a:ln w="12700">
            <a:solidFill>
              <a:srgbClr val="DADADA"/>
            </a:solidFill>
            <a:prstDash val="solid"/>
          </a:ln>
        </p:spPr>
      </p:sp>
      <p:sp>
        <p:nvSpPr>
          <p:cNvPr id="175" name="Shape 173"/>
          <p:cNvSpPr/>
          <p:nvPr/>
        </p:nvSpPr>
        <p:spPr>
          <a:xfrm>
            <a:off x="8247888" y="1759306"/>
            <a:ext cx="2176272" cy="3200"/>
          </a:xfrm>
          <a:prstGeom prst="rect">
            <a:avLst/>
          </a:prstGeom>
          <a:solidFill>
            <a:srgbClr val="DADADA"/>
          </a:solidFill>
          <a:ln w="12700">
            <a:solidFill>
              <a:srgbClr val="DADADA"/>
            </a:solidFill>
            <a:prstDash val="solid"/>
          </a:ln>
        </p:spPr>
      </p:sp>
      <p:sp>
        <p:nvSpPr>
          <p:cNvPr id="176" name="Shape 174"/>
          <p:cNvSpPr/>
          <p:nvPr/>
        </p:nvSpPr>
        <p:spPr>
          <a:xfrm>
            <a:off x="8247888" y="1938528"/>
            <a:ext cx="2176272" cy="3200"/>
          </a:xfrm>
          <a:prstGeom prst="rect">
            <a:avLst/>
          </a:prstGeom>
          <a:solidFill>
            <a:srgbClr val="DADADA"/>
          </a:solidFill>
          <a:ln w="12700">
            <a:solidFill>
              <a:srgbClr val="DADADA"/>
            </a:solidFill>
            <a:prstDash val="solid"/>
          </a:ln>
        </p:spPr>
      </p:sp>
      <p:sp>
        <p:nvSpPr>
          <p:cNvPr id="177" name="Shape 175"/>
          <p:cNvSpPr/>
          <p:nvPr/>
        </p:nvSpPr>
        <p:spPr>
          <a:xfrm>
            <a:off x="8247888" y="2117750"/>
            <a:ext cx="2176272" cy="3200"/>
          </a:xfrm>
          <a:prstGeom prst="rect">
            <a:avLst/>
          </a:prstGeom>
          <a:solidFill>
            <a:srgbClr val="DADADA"/>
          </a:solidFill>
          <a:ln w="12700">
            <a:solidFill>
              <a:srgbClr val="DADADA"/>
            </a:solidFill>
            <a:prstDash val="solid"/>
          </a:ln>
        </p:spPr>
      </p:sp>
      <p:sp>
        <p:nvSpPr>
          <p:cNvPr id="178" name="Shape 176"/>
          <p:cNvSpPr/>
          <p:nvPr/>
        </p:nvSpPr>
        <p:spPr>
          <a:xfrm>
            <a:off x="8247888" y="2296973"/>
            <a:ext cx="2176272" cy="3200"/>
          </a:xfrm>
          <a:prstGeom prst="rect">
            <a:avLst/>
          </a:prstGeom>
          <a:solidFill>
            <a:srgbClr val="DADADA"/>
          </a:solidFill>
          <a:ln w="12700">
            <a:solidFill>
              <a:srgbClr val="DADADA"/>
            </a:solidFill>
            <a:prstDash val="solid"/>
          </a:ln>
        </p:spPr>
      </p:sp>
      <p:sp>
        <p:nvSpPr>
          <p:cNvPr id="179" name="Shape 177"/>
          <p:cNvSpPr/>
          <p:nvPr/>
        </p:nvSpPr>
        <p:spPr>
          <a:xfrm>
            <a:off x="8247888" y="2476195"/>
            <a:ext cx="2176272" cy="3200"/>
          </a:xfrm>
          <a:prstGeom prst="rect">
            <a:avLst/>
          </a:prstGeom>
          <a:solidFill>
            <a:srgbClr val="DADADA"/>
          </a:solidFill>
          <a:ln w="12700">
            <a:solidFill>
              <a:srgbClr val="DADADA"/>
            </a:solidFill>
            <a:prstDash val="solid"/>
          </a:ln>
        </p:spPr>
      </p:sp>
      <p:sp>
        <p:nvSpPr>
          <p:cNvPr id="180" name="Shape 178"/>
          <p:cNvSpPr/>
          <p:nvPr/>
        </p:nvSpPr>
        <p:spPr>
          <a:xfrm>
            <a:off x="8247888" y="2655418"/>
            <a:ext cx="2176272" cy="3200"/>
          </a:xfrm>
          <a:prstGeom prst="rect">
            <a:avLst/>
          </a:prstGeom>
          <a:solidFill>
            <a:srgbClr val="DADADA"/>
          </a:solidFill>
          <a:ln w="12700">
            <a:solidFill>
              <a:srgbClr val="DADADA"/>
            </a:solidFill>
            <a:prstDash val="solid"/>
          </a:ln>
        </p:spPr>
      </p:sp>
      <p:sp>
        <p:nvSpPr>
          <p:cNvPr id="181" name="Shape 179"/>
          <p:cNvSpPr/>
          <p:nvPr/>
        </p:nvSpPr>
        <p:spPr>
          <a:xfrm>
            <a:off x="8247888" y="2834640"/>
            <a:ext cx="2176272" cy="3200"/>
          </a:xfrm>
          <a:prstGeom prst="rect">
            <a:avLst/>
          </a:prstGeom>
          <a:solidFill>
            <a:srgbClr val="DADADA"/>
          </a:solidFill>
          <a:ln w="12700">
            <a:solidFill>
              <a:srgbClr val="DADADA"/>
            </a:solidFill>
            <a:prstDash val="solid"/>
          </a:ln>
        </p:spPr>
      </p:sp>
      <p:sp>
        <p:nvSpPr>
          <p:cNvPr id="182" name="Shape 180"/>
          <p:cNvSpPr/>
          <p:nvPr/>
        </p:nvSpPr>
        <p:spPr>
          <a:xfrm>
            <a:off x="8247888" y="3013862"/>
            <a:ext cx="2176272" cy="3200"/>
          </a:xfrm>
          <a:prstGeom prst="rect">
            <a:avLst/>
          </a:prstGeom>
          <a:solidFill>
            <a:srgbClr val="DADADA"/>
          </a:solidFill>
          <a:ln w="12700">
            <a:solidFill>
              <a:srgbClr val="DADADA"/>
            </a:solidFill>
            <a:prstDash val="solid"/>
          </a:ln>
        </p:spPr>
      </p:sp>
      <p:sp>
        <p:nvSpPr>
          <p:cNvPr id="183" name="Shape 181"/>
          <p:cNvSpPr/>
          <p:nvPr/>
        </p:nvSpPr>
        <p:spPr>
          <a:xfrm>
            <a:off x="10424160" y="1554480"/>
            <a:ext cx="1344168" cy="1472184"/>
          </a:xfrm>
          <a:prstGeom prst="rect">
            <a:avLst/>
          </a:prstGeom>
          <a:solidFill>
            <a:srgbClr val="ECECEC"/>
          </a:solidFill>
          <a:ln w="6350">
            <a:solidFill>
              <a:srgbClr val="D2D0CB"/>
            </a:solidFill>
            <a:prstDash val="solid"/>
          </a:ln>
        </p:spPr>
      </p:sp>
      <p:sp>
        <p:nvSpPr>
          <p:cNvPr id="184" name="Shape 182"/>
          <p:cNvSpPr/>
          <p:nvPr/>
        </p:nvSpPr>
        <p:spPr>
          <a:xfrm>
            <a:off x="10606583" y="1586484"/>
            <a:ext cx="83210" cy="83210"/>
          </a:xfrm>
          <a:prstGeom prst="ellipse">
            <a:avLst/>
          </a:prstGeom>
          <a:solidFill>
            <a:srgbClr val="8E44E0"/>
          </a:solidFill>
          <a:ln w="12700">
            <a:solidFill>
              <a:srgbClr val="8E44E0"/>
            </a:solidFill>
            <a:prstDash val="solid"/>
          </a:ln>
        </p:spPr>
      </p:sp>
      <p:sp>
        <p:nvSpPr>
          <p:cNvPr id="185" name="Shape 183"/>
          <p:cNvSpPr/>
          <p:nvPr/>
        </p:nvSpPr>
        <p:spPr>
          <a:xfrm>
            <a:off x="10708996" y="1586484"/>
            <a:ext cx="83210" cy="83210"/>
          </a:xfrm>
          <a:prstGeom prst="ellipse">
            <a:avLst/>
          </a:prstGeom>
          <a:solidFill>
            <a:srgbClr val="7A7A7A"/>
          </a:solidFill>
          <a:ln w="12700">
            <a:solidFill>
              <a:srgbClr val="7A7A7A"/>
            </a:solidFill>
            <a:prstDash val="solid"/>
          </a:ln>
        </p:spPr>
      </p:sp>
      <p:sp>
        <p:nvSpPr>
          <p:cNvPr id="186" name="Shape 184"/>
          <p:cNvSpPr/>
          <p:nvPr/>
        </p:nvSpPr>
        <p:spPr>
          <a:xfrm>
            <a:off x="10811408" y="1586484"/>
            <a:ext cx="83210" cy="83210"/>
          </a:xfrm>
          <a:prstGeom prst="ellipse">
            <a:avLst/>
          </a:prstGeom>
          <a:solidFill>
            <a:srgbClr val="7A7A7A"/>
          </a:solidFill>
          <a:ln w="12700">
            <a:solidFill>
              <a:srgbClr val="7A7A7A"/>
            </a:solidFill>
            <a:prstDash val="solid"/>
          </a:ln>
        </p:spPr>
      </p:sp>
      <p:sp>
        <p:nvSpPr>
          <p:cNvPr id="187" name="Shape 185"/>
          <p:cNvSpPr/>
          <p:nvPr/>
        </p:nvSpPr>
        <p:spPr>
          <a:xfrm>
            <a:off x="10606583" y="1688897"/>
            <a:ext cx="83210" cy="83210"/>
          </a:xfrm>
          <a:prstGeom prst="ellipse">
            <a:avLst/>
          </a:prstGeom>
          <a:solidFill>
            <a:srgbClr val="F5C400"/>
          </a:solidFill>
          <a:ln w="12700">
            <a:solidFill>
              <a:srgbClr val="F5C400"/>
            </a:solidFill>
            <a:prstDash val="solid"/>
          </a:ln>
        </p:spPr>
      </p:sp>
      <p:sp>
        <p:nvSpPr>
          <p:cNvPr id="188" name="Shape 186"/>
          <p:cNvSpPr/>
          <p:nvPr/>
        </p:nvSpPr>
        <p:spPr>
          <a:xfrm>
            <a:off x="10708996" y="1688897"/>
            <a:ext cx="83210" cy="83210"/>
          </a:xfrm>
          <a:prstGeom prst="ellipse">
            <a:avLst/>
          </a:prstGeom>
          <a:solidFill>
            <a:srgbClr val="F5C400"/>
          </a:solidFill>
          <a:ln w="12700">
            <a:solidFill>
              <a:srgbClr val="F5C400"/>
            </a:solidFill>
            <a:prstDash val="solid"/>
          </a:ln>
        </p:spPr>
      </p:sp>
      <p:sp>
        <p:nvSpPr>
          <p:cNvPr id="189" name="Shape 187"/>
          <p:cNvSpPr/>
          <p:nvPr/>
        </p:nvSpPr>
        <p:spPr>
          <a:xfrm>
            <a:off x="10811408" y="1688897"/>
            <a:ext cx="83210" cy="83210"/>
          </a:xfrm>
          <a:prstGeom prst="ellipse">
            <a:avLst/>
          </a:prstGeom>
          <a:solidFill>
            <a:srgbClr val="8B0000"/>
          </a:solidFill>
          <a:ln w="12700">
            <a:solidFill>
              <a:srgbClr val="8B0000"/>
            </a:solidFill>
            <a:prstDash val="solid"/>
          </a:ln>
        </p:spPr>
      </p:sp>
      <p:sp>
        <p:nvSpPr>
          <p:cNvPr id="190" name="Shape 188"/>
          <p:cNvSpPr/>
          <p:nvPr/>
        </p:nvSpPr>
        <p:spPr>
          <a:xfrm>
            <a:off x="10606583" y="1791310"/>
            <a:ext cx="83210" cy="83210"/>
          </a:xfrm>
          <a:prstGeom prst="ellipse">
            <a:avLst/>
          </a:prstGeom>
          <a:solidFill>
            <a:srgbClr val="2FB94A"/>
          </a:solidFill>
          <a:ln w="12700">
            <a:solidFill>
              <a:srgbClr val="2FB94A"/>
            </a:solidFill>
            <a:prstDash val="solid"/>
          </a:ln>
        </p:spPr>
      </p:sp>
      <p:sp>
        <p:nvSpPr>
          <p:cNvPr id="191" name="Shape 189"/>
          <p:cNvSpPr/>
          <p:nvPr/>
        </p:nvSpPr>
        <p:spPr>
          <a:xfrm>
            <a:off x="10708996" y="1791310"/>
            <a:ext cx="83210" cy="83210"/>
          </a:xfrm>
          <a:prstGeom prst="ellipse">
            <a:avLst/>
          </a:prstGeom>
          <a:solidFill>
            <a:srgbClr val="C9A07A"/>
          </a:solidFill>
          <a:ln w="12700">
            <a:solidFill>
              <a:srgbClr val="C9A07A"/>
            </a:solidFill>
            <a:prstDash val="solid"/>
          </a:ln>
        </p:spPr>
      </p:sp>
      <p:sp>
        <p:nvSpPr>
          <p:cNvPr id="192" name="Shape 190"/>
          <p:cNvSpPr/>
          <p:nvPr/>
        </p:nvSpPr>
        <p:spPr>
          <a:xfrm>
            <a:off x="10811408" y="1791310"/>
            <a:ext cx="83210" cy="83210"/>
          </a:xfrm>
          <a:prstGeom prst="ellipse">
            <a:avLst/>
          </a:prstGeom>
          <a:solidFill>
            <a:srgbClr val="C9A07A"/>
          </a:solidFill>
          <a:ln w="12700">
            <a:solidFill>
              <a:srgbClr val="C9A07A"/>
            </a:solidFill>
            <a:prstDash val="solid"/>
          </a:ln>
        </p:spPr>
      </p:sp>
      <p:sp>
        <p:nvSpPr>
          <p:cNvPr id="193" name="Shape 191"/>
          <p:cNvSpPr/>
          <p:nvPr/>
        </p:nvSpPr>
        <p:spPr>
          <a:xfrm>
            <a:off x="10558577" y="2514600"/>
            <a:ext cx="384048" cy="86411"/>
          </a:xfrm>
          <a:prstGeom prst="rect">
            <a:avLst/>
          </a:prstGeom>
          <a:solidFill>
            <a:srgbClr val="8E7A9E"/>
          </a:solidFill>
          <a:ln w="12700">
            <a:solidFill>
              <a:srgbClr val="8E7A9E"/>
            </a:solidFill>
            <a:prstDash val="solid"/>
          </a:ln>
        </p:spPr>
      </p:sp>
      <p:sp>
        <p:nvSpPr>
          <p:cNvPr id="194" name="Shape 192"/>
          <p:cNvSpPr/>
          <p:nvPr/>
        </p:nvSpPr>
        <p:spPr>
          <a:xfrm>
            <a:off x="10945825" y="2521001"/>
            <a:ext cx="12802" cy="73609"/>
          </a:xfrm>
          <a:prstGeom prst="rect">
            <a:avLst/>
          </a:prstGeom>
          <a:solidFill>
            <a:srgbClr val="2FB94A"/>
          </a:solidFill>
          <a:ln w="12700">
            <a:solidFill>
              <a:srgbClr val="2FB94A"/>
            </a:solidFill>
            <a:prstDash val="solid"/>
          </a:ln>
        </p:spPr>
      </p:sp>
      <p:sp>
        <p:nvSpPr>
          <p:cNvPr id="195" name="Shape 193"/>
          <p:cNvSpPr/>
          <p:nvPr/>
        </p:nvSpPr>
        <p:spPr>
          <a:xfrm>
            <a:off x="10558577" y="2613812"/>
            <a:ext cx="384048" cy="86411"/>
          </a:xfrm>
          <a:prstGeom prst="rect">
            <a:avLst/>
          </a:prstGeom>
          <a:solidFill>
            <a:srgbClr val="C9A7E6"/>
          </a:solidFill>
          <a:ln w="12700">
            <a:solidFill>
              <a:srgbClr val="C9A7E6"/>
            </a:solidFill>
            <a:prstDash val="solid"/>
          </a:ln>
        </p:spPr>
      </p:sp>
      <p:sp>
        <p:nvSpPr>
          <p:cNvPr id="196" name="Shape 194"/>
          <p:cNvSpPr/>
          <p:nvPr/>
        </p:nvSpPr>
        <p:spPr>
          <a:xfrm>
            <a:off x="10945825" y="2620213"/>
            <a:ext cx="12802" cy="73609"/>
          </a:xfrm>
          <a:prstGeom prst="rect">
            <a:avLst/>
          </a:prstGeom>
          <a:solidFill>
            <a:srgbClr val="2FB94A"/>
          </a:solidFill>
          <a:ln w="12700">
            <a:solidFill>
              <a:srgbClr val="2FB94A"/>
            </a:solidFill>
            <a:prstDash val="solid"/>
          </a:ln>
        </p:spPr>
      </p:sp>
      <p:sp>
        <p:nvSpPr>
          <p:cNvPr id="197" name="Shape 195"/>
          <p:cNvSpPr/>
          <p:nvPr/>
        </p:nvSpPr>
        <p:spPr>
          <a:xfrm>
            <a:off x="10443362" y="2725826"/>
            <a:ext cx="614477" cy="40005"/>
          </a:xfrm>
          <a:prstGeom prst="rect">
            <a:avLst/>
          </a:prstGeom>
          <a:solidFill>
            <a:srgbClr val="E68FE0"/>
          </a:solidFill>
          <a:ln w="12700">
            <a:solidFill>
              <a:srgbClr val="E68FE0"/>
            </a:solidFill>
            <a:prstDash val="solid"/>
          </a:ln>
        </p:spPr>
      </p:sp>
      <p:sp>
        <p:nvSpPr>
          <p:cNvPr id="198" name="Shape 196"/>
          <p:cNvSpPr/>
          <p:nvPr/>
        </p:nvSpPr>
        <p:spPr>
          <a:xfrm>
            <a:off x="10443362" y="2775433"/>
            <a:ext cx="614477" cy="40005"/>
          </a:xfrm>
          <a:prstGeom prst="rect">
            <a:avLst/>
          </a:prstGeom>
          <a:solidFill>
            <a:srgbClr val="FFA500"/>
          </a:solidFill>
          <a:ln w="12700">
            <a:solidFill>
              <a:srgbClr val="FFA500"/>
            </a:solidFill>
            <a:prstDash val="solid"/>
          </a:ln>
        </p:spPr>
      </p:sp>
      <p:sp>
        <p:nvSpPr>
          <p:cNvPr id="199" name="Shape 197"/>
          <p:cNvSpPr/>
          <p:nvPr/>
        </p:nvSpPr>
        <p:spPr>
          <a:xfrm>
            <a:off x="10443362" y="2825039"/>
            <a:ext cx="614477" cy="40005"/>
          </a:xfrm>
          <a:prstGeom prst="rect">
            <a:avLst/>
          </a:prstGeom>
          <a:solidFill>
            <a:srgbClr val="90EE90"/>
          </a:solidFill>
          <a:ln w="12700">
            <a:solidFill>
              <a:srgbClr val="90EE90"/>
            </a:solidFill>
            <a:prstDash val="solid"/>
          </a:ln>
        </p:spPr>
      </p:sp>
      <p:sp>
        <p:nvSpPr>
          <p:cNvPr id="200" name="Shape 198"/>
          <p:cNvSpPr/>
          <p:nvPr/>
        </p:nvSpPr>
        <p:spPr>
          <a:xfrm>
            <a:off x="10443362" y="2874645"/>
            <a:ext cx="614477" cy="40005"/>
          </a:xfrm>
          <a:prstGeom prst="rect">
            <a:avLst/>
          </a:prstGeom>
          <a:solidFill>
            <a:srgbClr val="FF6B6B"/>
          </a:solidFill>
          <a:ln w="12700">
            <a:solidFill>
              <a:srgbClr val="FF6B6B"/>
            </a:solidFill>
            <a:prstDash val="solid"/>
          </a:ln>
        </p:spPr>
      </p:sp>
      <p:sp>
        <p:nvSpPr>
          <p:cNvPr id="201" name="Shape 199"/>
          <p:cNvSpPr/>
          <p:nvPr/>
        </p:nvSpPr>
        <p:spPr>
          <a:xfrm>
            <a:off x="10443362" y="2924251"/>
            <a:ext cx="614477" cy="40005"/>
          </a:xfrm>
          <a:prstGeom prst="rect">
            <a:avLst/>
          </a:prstGeom>
          <a:solidFill>
            <a:srgbClr val="7FB2E5"/>
          </a:solidFill>
          <a:ln w="12700">
            <a:solidFill>
              <a:srgbClr val="7FB2E5"/>
            </a:solidFill>
            <a:prstDash val="solid"/>
          </a:ln>
        </p:spPr>
      </p:sp>
      <p:sp>
        <p:nvSpPr>
          <p:cNvPr id="202" name="Shape 200"/>
          <p:cNvSpPr/>
          <p:nvPr/>
        </p:nvSpPr>
        <p:spPr>
          <a:xfrm>
            <a:off x="10443362" y="2973857"/>
            <a:ext cx="614477" cy="40005"/>
          </a:xfrm>
          <a:prstGeom prst="rect">
            <a:avLst/>
          </a:prstGeom>
          <a:solidFill>
            <a:srgbClr val="B0B0B0"/>
          </a:solidFill>
          <a:ln w="12700">
            <a:solidFill>
              <a:srgbClr val="B0B0B0"/>
            </a:solidFill>
            <a:prstDash val="solid"/>
          </a:ln>
        </p:spPr>
      </p:sp>
      <p:sp>
        <p:nvSpPr>
          <p:cNvPr id="203" name="Shape 201"/>
          <p:cNvSpPr/>
          <p:nvPr/>
        </p:nvSpPr>
        <p:spPr>
          <a:xfrm>
            <a:off x="11077042" y="1554480"/>
            <a:ext cx="19202" cy="1472184"/>
          </a:xfrm>
          <a:prstGeom prst="rect">
            <a:avLst/>
          </a:prstGeom>
          <a:solidFill>
            <a:srgbClr val="DEDCD7"/>
          </a:solidFill>
          <a:ln w="6350">
            <a:solidFill>
              <a:srgbClr val="CBC8C1"/>
            </a:solidFill>
            <a:prstDash val="solid"/>
          </a:ln>
        </p:spPr>
      </p:sp>
      <p:sp>
        <p:nvSpPr>
          <p:cNvPr id="204" name="Shape 202"/>
          <p:cNvSpPr/>
          <p:nvPr/>
        </p:nvSpPr>
        <p:spPr>
          <a:xfrm>
            <a:off x="11115446" y="1580083"/>
            <a:ext cx="633679" cy="128016"/>
          </a:xfrm>
          <a:prstGeom prst="rect">
            <a:avLst/>
          </a:prstGeom>
          <a:solidFill>
            <a:srgbClr val="F4F4F4"/>
          </a:solidFill>
          <a:ln w="12700">
            <a:solidFill>
              <a:srgbClr val="000000"/>
            </a:solidFill>
            <a:prstDash val="solid"/>
          </a:ln>
        </p:spPr>
      </p:sp>
      <p:sp>
        <p:nvSpPr>
          <p:cNvPr id="205" name="Text 203"/>
          <p:cNvSpPr txBox="1"/>
          <p:nvPr/>
        </p:nvSpPr>
        <p:spPr>
          <a:xfrm>
            <a:off x="11115446" y="1580083"/>
            <a:ext cx="633679" cy="128016"/>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 Group</a:t>
            </a:r>
            <a:endParaRPr lang="en-US" sz="600" dirty="0"/>
          </a:p>
        </p:txBody>
      </p:sp>
      <p:sp>
        <p:nvSpPr>
          <p:cNvPr id="206" name="Shape 204"/>
          <p:cNvSpPr/>
          <p:nvPr/>
        </p:nvSpPr>
        <p:spPr>
          <a:xfrm>
            <a:off x="11115446" y="1746504"/>
            <a:ext cx="633679" cy="64008"/>
          </a:xfrm>
          <a:prstGeom prst="rect">
            <a:avLst/>
          </a:prstGeom>
          <a:solidFill>
            <a:srgbClr val="B9B4AE"/>
          </a:solidFill>
          <a:ln w="12700">
            <a:solidFill>
              <a:srgbClr val="B9B4AE"/>
            </a:solidFill>
            <a:prstDash val="solid"/>
          </a:ln>
        </p:spPr>
      </p:sp>
      <p:sp>
        <p:nvSpPr>
          <p:cNvPr id="207" name="Text 205"/>
          <p:cNvSpPr txBox="1"/>
          <p:nvPr/>
        </p:nvSpPr>
        <p:spPr>
          <a:xfrm>
            <a:off x="11134649" y="1746504"/>
            <a:ext cx="608076"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208" name="Text 206"/>
          <p:cNvSpPr txBox="1"/>
          <p:nvPr/>
        </p:nvSpPr>
        <p:spPr>
          <a:xfrm>
            <a:off x="11134649" y="1823314"/>
            <a:ext cx="608076"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209" name="Text 207"/>
          <p:cNvSpPr txBox="1"/>
          <p:nvPr/>
        </p:nvSpPr>
        <p:spPr>
          <a:xfrm>
            <a:off x="11134649" y="1900123"/>
            <a:ext cx="608076"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210" name="Shape 208"/>
          <p:cNvSpPr/>
          <p:nvPr/>
        </p:nvSpPr>
        <p:spPr>
          <a:xfrm>
            <a:off x="11115446" y="1976933"/>
            <a:ext cx="633679" cy="64008"/>
          </a:xfrm>
          <a:prstGeom prst="rect">
            <a:avLst/>
          </a:prstGeom>
          <a:solidFill>
            <a:srgbClr val="B9B4AE"/>
          </a:solidFill>
          <a:ln w="12700">
            <a:solidFill>
              <a:srgbClr val="B9B4AE"/>
            </a:solidFill>
            <a:prstDash val="solid"/>
          </a:ln>
        </p:spPr>
      </p:sp>
      <p:sp>
        <p:nvSpPr>
          <p:cNvPr id="211" name="Text 209"/>
          <p:cNvSpPr txBox="1"/>
          <p:nvPr/>
        </p:nvSpPr>
        <p:spPr>
          <a:xfrm>
            <a:off x="11134649" y="1976933"/>
            <a:ext cx="608076"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2</a:t>
            </a:r>
            <a:endParaRPr lang="en-US" sz="500" dirty="0"/>
          </a:p>
        </p:txBody>
      </p:sp>
      <p:sp>
        <p:nvSpPr>
          <p:cNvPr id="212" name="Shape 210"/>
          <p:cNvSpPr/>
          <p:nvPr/>
        </p:nvSpPr>
        <p:spPr>
          <a:xfrm>
            <a:off x="11061040" y="2213762"/>
            <a:ext cx="51206" cy="153619"/>
          </a:xfrm>
          <a:prstGeom prst="roundRect">
            <a:avLst>
              <a:gd name="adj" fmla="val 53572"/>
            </a:avLst>
          </a:prstGeom>
          <a:solidFill>
            <a:srgbClr val="CFCCC5"/>
          </a:solidFill>
          <a:ln w="6350">
            <a:solidFill>
              <a:srgbClr val="B5B2AB"/>
            </a:solidFill>
            <a:prstDash val="solid"/>
          </a:ln>
        </p:spPr>
      </p:sp>
      <p:sp>
        <p:nvSpPr>
          <p:cNvPr id="213" name="Text 211"/>
          <p:cNvSpPr txBox="1"/>
          <p:nvPr/>
        </p:nvSpPr>
        <p:spPr>
          <a:xfrm>
            <a:off x="11061040" y="2213762"/>
            <a:ext cx="51206" cy="153619"/>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a:t>
            </a:r>
            <a:endParaRPr lang="en-US" sz="600" dirty="0"/>
          </a:p>
        </p:txBody>
      </p:sp>
      <p:sp>
        <p:nvSpPr>
          <p:cNvPr id="214" name="Text 212"/>
          <p:cNvSpPr txBox="1"/>
          <p:nvPr/>
        </p:nvSpPr>
        <p:spPr>
          <a:xfrm>
            <a:off x="8247888" y="3081528"/>
            <a:ext cx="35204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canvas 680 · panel 420 · groups 210</a:t>
            </a:r>
            <a:endParaRPr lang="en-US" sz="950" dirty="0"/>
          </a:p>
        </p:txBody>
      </p:sp>
      <p:sp>
        <p:nvSpPr>
          <p:cNvPr id="215" name="Text 213"/>
          <p:cNvSpPr txBox="1"/>
          <p:nvPr/>
        </p:nvSpPr>
        <p:spPr>
          <a:xfrm>
            <a:off x="8247888" y="3392424"/>
            <a:ext cx="3520440" cy="91440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Any width between 100 and 260 px. Long group names stop being clipped. Width is remembered.</a:t>
            </a:r>
            <a:endParaRPr lang="en-US" sz="1250" dirty="0"/>
          </a:p>
        </p:txBody>
      </p:sp>
      <p:sp>
        <p:nvSpPr>
          <p:cNvPr id="216" name="Shape 214"/>
          <p:cNvSpPr/>
          <p:nvPr/>
        </p:nvSpPr>
        <p:spPr>
          <a:xfrm>
            <a:off x="548640" y="4352544"/>
            <a:ext cx="11064240" cy="914400"/>
          </a:xfrm>
          <a:prstGeom prst="roundRect">
            <a:avLst>
              <a:gd name="adj" fmla="val 8000"/>
            </a:avLst>
          </a:prstGeom>
          <a:solidFill>
            <a:srgbClr val="F3F2EF"/>
          </a:solidFill>
          <a:ln w="9525">
            <a:solidFill>
              <a:srgbClr val="DCD9D2"/>
            </a:solidFill>
            <a:prstDash val="solid"/>
          </a:ln>
        </p:spPr>
      </p:sp>
      <p:sp>
        <p:nvSpPr>
          <p:cNvPr id="217" name="Text 215"/>
          <p:cNvSpPr txBox="1"/>
          <p:nvPr/>
        </p:nvSpPr>
        <p:spPr>
          <a:xfrm>
            <a:off x="777240" y="4489704"/>
            <a:ext cx="10607040" cy="73152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Transitions   Shown ↔ Hidden: click the tab, double-click the divider, or Ctrl+G.   Shown → Dragged: drag the divider; below 100 px it snaps to Hidden.   Hidden → Shown: click the tab; the column returns at its last width.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2 · B2 divider tab</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13</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B2 · STEP BY STEP</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Click, drag, double-click</a:t>
            </a:r>
            <a:endParaRPr lang="en-US" sz="3200" dirty="0"/>
          </a:p>
        </p:txBody>
      </p:sp>
      <p:sp>
        <p:nvSpPr>
          <p:cNvPr id="6" name="Shape 4"/>
          <p:cNvSpPr/>
          <p:nvPr/>
        </p:nvSpPr>
        <p:spPr>
          <a:xfrm>
            <a:off x="548640" y="1344168"/>
            <a:ext cx="347472" cy="347472"/>
          </a:xfrm>
          <a:prstGeom prst="ellipse">
            <a:avLst/>
          </a:prstGeom>
          <a:solidFill>
            <a:srgbClr val="C2410C"/>
          </a:solidFill>
          <a:ln w="12700">
            <a:solidFill>
              <a:srgbClr val="C2410C"/>
            </a:solidFill>
            <a:prstDash val="solid"/>
          </a:ln>
        </p:spPr>
      </p:sp>
      <p:sp>
        <p:nvSpPr>
          <p:cNvPr id="7" name="Text 5"/>
          <p:cNvSpPr txBox="1"/>
          <p:nvPr/>
        </p:nvSpPr>
        <p:spPr>
          <a:xfrm>
            <a:off x="548640" y="13441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51560" y="132588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Find the tab</a:t>
            </a:r>
            <a:endParaRPr lang="en-US" sz="1500" dirty="0"/>
          </a:p>
        </p:txBody>
      </p:sp>
      <p:sp>
        <p:nvSpPr>
          <p:cNvPr id="9" name="Text 7"/>
          <p:cNvSpPr txBox="1"/>
          <p:nvPr/>
        </p:nvSpPr>
        <p:spPr>
          <a:xfrm>
            <a:off x="1051560" y="170992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Mid-height on the divider, always visible. Hovering turns it magenta and the cursor becomes a pointer. Tooltip: "Hide groups".</a:t>
            </a:r>
            <a:endParaRPr lang="en-US" sz="1200" dirty="0"/>
          </a:p>
        </p:txBody>
      </p:sp>
      <p:sp>
        <p:nvSpPr>
          <p:cNvPr id="10" name="Shape 8"/>
          <p:cNvSpPr/>
          <p:nvPr/>
        </p:nvSpPr>
        <p:spPr>
          <a:xfrm>
            <a:off x="548640" y="2990088"/>
            <a:ext cx="347472" cy="347472"/>
          </a:xfrm>
          <a:prstGeom prst="ellipse">
            <a:avLst/>
          </a:prstGeom>
          <a:solidFill>
            <a:srgbClr val="C2410C"/>
          </a:solidFill>
          <a:ln w="12700">
            <a:solidFill>
              <a:srgbClr val="C2410C"/>
            </a:solidFill>
            <a:prstDash val="solid"/>
          </a:ln>
        </p:spPr>
      </p:sp>
      <p:sp>
        <p:nvSpPr>
          <p:cNvPr id="11" name="Text 9"/>
          <p:cNvSpPr txBox="1"/>
          <p:nvPr/>
        </p:nvSpPr>
        <p:spPr>
          <a:xfrm>
            <a:off x="548640" y="29900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297180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Click the tab</a:t>
            </a:r>
            <a:endParaRPr lang="en-US" sz="1500" dirty="0"/>
          </a:p>
        </p:txBody>
      </p:sp>
      <p:sp>
        <p:nvSpPr>
          <p:cNvPr id="13" name="Text 11"/>
          <p:cNvSpPr txBox="1"/>
          <p:nvPr/>
        </p:nvSpPr>
        <p:spPr>
          <a:xfrm>
            <a:off x="1051560" y="335584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The column collapses toward the window edge (250 ms). The divider and tab move with it and stop at the edge. Layer panel 216 px, canvas +134 px. Chevron flips to ‹, tooltip "Show groups".</a:t>
            </a:r>
            <a:endParaRPr lang="en-US" sz="1200" dirty="0"/>
          </a:p>
        </p:txBody>
      </p:sp>
      <p:sp>
        <p:nvSpPr>
          <p:cNvPr id="14" name="Shape 12"/>
          <p:cNvSpPr/>
          <p:nvPr/>
        </p:nvSpPr>
        <p:spPr>
          <a:xfrm>
            <a:off x="548640" y="4636008"/>
            <a:ext cx="347472" cy="347472"/>
          </a:xfrm>
          <a:prstGeom prst="ellipse">
            <a:avLst/>
          </a:prstGeom>
          <a:solidFill>
            <a:srgbClr val="C2410C"/>
          </a:solidFill>
          <a:ln w="12700">
            <a:solidFill>
              <a:srgbClr val="C2410C"/>
            </a:solidFill>
            <a:prstDash val="solid"/>
          </a:ln>
        </p:spPr>
      </p:sp>
      <p:sp>
        <p:nvSpPr>
          <p:cNvPr id="15" name="Text 13"/>
          <p:cNvSpPr txBox="1"/>
          <p:nvPr/>
        </p:nvSpPr>
        <p:spPr>
          <a:xfrm>
            <a:off x="548640" y="4636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051560" y="461772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Click again</a:t>
            </a:r>
            <a:endParaRPr lang="en-US" sz="1500" dirty="0"/>
          </a:p>
        </p:txBody>
      </p:sp>
      <p:sp>
        <p:nvSpPr>
          <p:cNvPr id="17" name="Text 15"/>
          <p:cNvSpPr txBox="1"/>
          <p:nvPr/>
        </p:nvSpPr>
        <p:spPr>
          <a:xfrm>
            <a:off x="1051560" y="500176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The column comes back at the width it had before, not a default. Chevron flips to ›.</a:t>
            </a:r>
            <a:endParaRPr lang="en-US" sz="1200" dirty="0"/>
          </a:p>
        </p:txBody>
      </p:sp>
      <p:sp>
        <p:nvSpPr>
          <p:cNvPr id="18" name="Shape 16"/>
          <p:cNvSpPr/>
          <p:nvPr/>
        </p:nvSpPr>
        <p:spPr>
          <a:xfrm>
            <a:off x="6217920" y="1344168"/>
            <a:ext cx="347472" cy="347472"/>
          </a:xfrm>
          <a:prstGeom prst="ellipse">
            <a:avLst/>
          </a:prstGeom>
          <a:solidFill>
            <a:srgbClr val="C2410C"/>
          </a:solidFill>
          <a:ln w="12700">
            <a:solidFill>
              <a:srgbClr val="C2410C"/>
            </a:solidFill>
            <a:prstDash val="solid"/>
          </a:ln>
        </p:spPr>
      </p:sp>
      <p:sp>
        <p:nvSpPr>
          <p:cNvPr id="19" name="Text 17"/>
          <p:cNvSpPr txBox="1"/>
          <p:nvPr/>
        </p:nvSpPr>
        <p:spPr>
          <a:xfrm>
            <a:off x="6217920" y="13441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6720840" y="132588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Drag the divider</a:t>
            </a:r>
            <a:endParaRPr lang="en-US" sz="1500" dirty="0"/>
          </a:p>
        </p:txBody>
      </p:sp>
      <p:sp>
        <p:nvSpPr>
          <p:cNvPr id="21" name="Text 19"/>
          <p:cNvSpPr txBox="1"/>
          <p:nvPr/>
        </p:nvSpPr>
        <p:spPr>
          <a:xfrm>
            <a:off x="6720840" y="170992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The cursor changes to a resize cursor anywhere on the 6 px divider, not only on the tab. Drag left for a wider group tree (up to 260 px), right for narrower.</a:t>
            </a:r>
            <a:endParaRPr lang="en-US" sz="1200" dirty="0"/>
          </a:p>
        </p:txBody>
      </p:sp>
      <p:sp>
        <p:nvSpPr>
          <p:cNvPr id="22" name="Shape 20"/>
          <p:cNvSpPr/>
          <p:nvPr/>
        </p:nvSpPr>
        <p:spPr>
          <a:xfrm>
            <a:off x="6217920" y="2990088"/>
            <a:ext cx="347472" cy="347472"/>
          </a:xfrm>
          <a:prstGeom prst="ellipse">
            <a:avLst/>
          </a:prstGeom>
          <a:solidFill>
            <a:srgbClr val="C2410C"/>
          </a:solidFill>
          <a:ln w="12700">
            <a:solidFill>
              <a:srgbClr val="C2410C"/>
            </a:solidFill>
            <a:prstDash val="solid"/>
          </a:ln>
        </p:spPr>
      </p:sp>
      <p:sp>
        <p:nvSpPr>
          <p:cNvPr id="23" name="Text 21"/>
          <p:cNvSpPr txBox="1"/>
          <p:nvPr/>
        </p:nvSpPr>
        <p:spPr>
          <a:xfrm>
            <a:off x="6217920" y="29900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txBox="1"/>
          <p:nvPr/>
        </p:nvSpPr>
        <p:spPr>
          <a:xfrm>
            <a:off x="6720840" y="297180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Drag past the snap point</a:t>
            </a:r>
            <a:endParaRPr lang="en-US" sz="1500" dirty="0"/>
          </a:p>
        </p:txBody>
      </p:sp>
      <p:sp>
        <p:nvSpPr>
          <p:cNvPr id="25" name="Text 23"/>
          <p:cNvSpPr txBox="1"/>
          <p:nvPr/>
        </p:nvSpPr>
        <p:spPr>
          <a:xfrm>
            <a:off x="6720840" y="335584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Below 100 px the column snaps closed as if the tab had been clicked, and remembers the last width above the snap point.</a:t>
            </a:r>
            <a:endParaRPr lang="en-US" sz="1200" dirty="0"/>
          </a:p>
        </p:txBody>
      </p:sp>
      <p:sp>
        <p:nvSpPr>
          <p:cNvPr id="26" name="Shape 24"/>
          <p:cNvSpPr/>
          <p:nvPr/>
        </p:nvSpPr>
        <p:spPr>
          <a:xfrm>
            <a:off x="6217920" y="4636008"/>
            <a:ext cx="347472" cy="347472"/>
          </a:xfrm>
          <a:prstGeom prst="ellipse">
            <a:avLst/>
          </a:prstGeom>
          <a:solidFill>
            <a:srgbClr val="C2410C"/>
          </a:solidFill>
          <a:ln w="12700">
            <a:solidFill>
              <a:srgbClr val="C2410C"/>
            </a:solidFill>
            <a:prstDash val="solid"/>
          </a:ln>
        </p:spPr>
      </p:sp>
      <p:sp>
        <p:nvSpPr>
          <p:cNvPr id="27" name="Text 25"/>
          <p:cNvSpPr txBox="1"/>
          <p:nvPr/>
        </p:nvSpPr>
        <p:spPr>
          <a:xfrm>
            <a:off x="6217920" y="4636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6"/>
          <p:cNvSpPr txBox="1"/>
          <p:nvPr/>
        </p:nvSpPr>
        <p:spPr>
          <a:xfrm>
            <a:off x="6720840" y="461772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Double-click the divider</a:t>
            </a:r>
            <a:endParaRPr lang="en-US" sz="1500" dirty="0"/>
          </a:p>
        </p:txBody>
      </p:sp>
      <p:sp>
        <p:nvSpPr>
          <p:cNvPr id="29" name="Text 27"/>
          <p:cNvSpPr txBox="1"/>
          <p:nvPr/>
        </p:nvSpPr>
        <p:spPr>
          <a:xfrm>
            <a:off x="6720840" y="500176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Same as clicking the tab, for people who expect the Explorer behavior.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2 · B2 divider tab</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14</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B2 · INTERACTION DETAILS</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Unlocking the splitter, keeping the layout</a:t>
            </a:r>
            <a:endParaRPr lang="en-US" sz="3200" dirty="0"/>
          </a:p>
        </p:txBody>
      </p:sp>
      <p:sp>
        <p:nvSpPr>
          <p:cNvPr id="6" name="Shape 4"/>
          <p:cNvSpPr/>
          <p:nvPr/>
        </p:nvSpPr>
        <p:spPr>
          <a:xfrm>
            <a:off x="548640" y="1371600"/>
            <a:ext cx="5120640" cy="2141359"/>
          </a:xfrm>
          <a:prstGeom prst="rect">
            <a:avLst/>
          </a:prstGeom>
          <a:solidFill>
            <a:srgbClr val="EBEBEB"/>
          </a:solidFill>
          <a:ln w="9525">
            <a:solidFill>
              <a:srgbClr val="B9B6B0"/>
            </a:solidFill>
            <a:prstDash val="solid"/>
          </a:ln>
        </p:spPr>
      </p:sp>
      <p:sp>
        <p:nvSpPr>
          <p:cNvPr id="7" name="Shape 5"/>
          <p:cNvSpPr/>
          <p:nvPr/>
        </p:nvSpPr>
        <p:spPr>
          <a:xfrm>
            <a:off x="585881" y="1399531"/>
            <a:ext cx="237079" cy="111723"/>
          </a:xfrm>
          <a:prstGeom prst="rect">
            <a:avLst/>
          </a:prstGeom>
          <a:solidFill>
            <a:srgbClr val="D3D3D3"/>
          </a:solidFill>
          <a:ln w="12700">
            <a:solidFill>
              <a:srgbClr val="D3D3D3"/>
            </a:solidFill>
            <a:prstDash val="solid"/>
          </a:ln>
        </p:spPr>
      </p:sp>
      <p:sp>
        <p:nvSpPr>
          <p:cNvPr id="8" name="Shape 6"/>
          <p:cNvSpPr/>
          <p:nvPr/>
        </p:nvSpPr>
        <p:spPr>
          <a:xfrm>
            <a:off x="846236" y="1399531"/>
            <a:ext cx="237079" cy="111723"/>
          </a:xfrm>
          <a:prstGeom prst="rect">
            <a:avLst/>
          </a:prstGeom>
          <a:solidFill>
            <a:srgbClr val="1B9E9E"/>
          </a:solidFill>
          <a:ln w="12700">
            <a:solidFill>
              <a:srgbClr val="1B9E9E"/>
            </a:solidFill>
            <a:prstDash val="solid"/>
          </a:ln>
        </p:spPr>
      </p:sp>
      <p:sp>
        <p:nvSpPr>
          <p:cNvPr id="9" name="Shape 7"/>
          <p:cNvSpPr/>
          <p:nvPr/>
        </p:nvSpPr>
        <p:spPr>
          <a:xfrm>
            <a:off x="1106590" y="1399531"/>
            <a:ext cx="237079" cy="111723"/>
          </a:xfrm>
          <a:prstGeom prst="rect">
            <a:avLst/>
          </a:prstGeom>
          <a:solidFill>
            <a:srgbClr val="F5C400"/>
          </a:solidFill>
          <a:ln w="12700">
            <a:solidFill>
              <a:srgbClr val="F5C400"/>
            </a:solidFill>
            <a:prstDash val="solid"/>
          </a:ln>
        </p:spPr>
      </p:sp>
      <p:sp>
        <p:nvSpPr>
          <p:cNvPr id="10" name="Shape 8"/>
          <p:cNvSpPr/>
          <p:nvPr/>
        </p:nvSpPr>
        <p:spPr>
          <a:xfrm>
            <a:off x="1366945" y="1399531"/>
            <a:ext cx="237079" cy="111723"/>
          </a:xfrm>
          <a:prstGeom prst="rect">
            <a:avLst/>
          </a:prstGeom>
          <a:solidFill>
            <a:srgbClr val="7B4A9E"/>
          </a:solidFill>
          <a:ln w="12700">
            <a:solidFill>
              <a:srgbClr val="7B4A9E"/>
            </a:solidFill>
            <a:prstDash val="solid"/>
          </a:ln>
        </p:spPr>
      </p:sp>
      <p:sp>
        <p:nvSpPr>
          <p:cNvPr id="11" name="Shape 9"/>
          <p:cNvSpPr/>
          <p:nvPr/>
        </p:nvSpPr>
        <p:spPr>
          <a:xfrm>
            <a:off x="1627299" y="1399531"/>
            <a:ext cx="237079" cy="111723"/>
          </a:xfrm>
          <a:prstGeom prst="rect">
            <a:avLst/>
          </a:prstGeom>
          <a:solidFill>
            <a:srgbClr val="E0640E"/>
          </a:solidFill>
          <a:ln w="12700">
            <a:solidFill>
              <a:srgbClr val="E0640E"/>
            </a:solidFill>
            <a:prstDash val="solid"/>
          </a:ln>
        </p:spPr>
      </p:sp>
      <p:sp>
        <p:nvSpPr>
          <p:cNvPr id="12" name="Shape 10"/>
          <p:cNvSpPr/>
          <p:nvPr/>
        </p:nvSpPr>
        <p:spPr>
          <a:xfrm>
            <a:off x="1887654" y="1399531"/>
            <a:ext cx="237079" cy="111723"/>
          </a:xfrm>
          <a:prstGeom prst="rect">
            <a:avLst/>
          </a:prstGeom>
          <a:solidFill>
            <a:srgbClr val="3A8CD8"/>
          </a:solidFill>
          <a:ln w="12700">
            <a:solidFill>
              <a:srgbClr val="3A8CD8"/>
            </a:solidFill>
            <a:prstDash val="solid"/>
          </a:ln>
        </p:spPr>
      </p:sp>
      <p:sp>
        <p:nvSpPr>
          <p:cNvPr id="13" name="Shape 11"/>
          <p:cNvSpPr/>
          <p:nvPr/>
        </p:nvSpPr>
        <p:spPr>
          <a:xfrm>
            <a:off x="2148009" y="1399531"/>
            <a:ext cx="237079" cy="111723"/>
          </a:xfrm>
          <a:prstGeom prst="rect">
            <a:avLst/>
          </a:prstGeom>
          <a:solidFill>
            <a:srgbClr val="E84A46"/>
          </a:solidFill>
          <a:ln w="12700">
            <a:solidFill>
              <a:srgbClr val="E84A46"/>
            </a:solidFill>
            <a:prstDash val="solid"/>
          </a:ln>
        </p:spPr>
      </p:sp>
      <p:sp>
        <p:nvSpPr>
          <p:cNvPr id="14" name="Shape 12"/>
          <p:cNvSpPr/>
          <p:nvPr/>
        </p:nvSpPr>
        <p:spPr>
          <a:xfrm>
            <a:off x="2408363" y="1399531"/>
            <a:ext cx="237079" cy="111723"/>
          </a:xfrm>
          <a:prstGeom prst="rect">
            <a:avLst/>
          </a:prstGeom>
          <a:solidFill>
            <a:srgbClr val="C7A7E8"/>
          </a:solidFill>
          <a:ln w="12700">
            <a:solidFill>
              <a:srgbClr val="C7A7E8"/>
            </a:solidFill>
            <a:prstDash val="solid"/>
          </a:ln>
        </p:spPr>
      </p:sp>
      <p:sp>
        <p:nvSpPr>
          <p:cNvPr id="15" name="Shape 13"/>
          <p:cNvSpPr/>
          <p:nvPr/>
        </p:nvSpPr>
        <p:spPr>
          <a:xfrm>
            <a:off x="2668718" y="1399531"/>
            <a:ext cx="237079" cy="111723"/>
          </a:xfrm>
          <a:prstGeom prst="rect">
            <a:avLst/>
          </a:prstGeom>
          <a:solidFill>
            <a:srgbClr val="F27EAE"/>
          </a:solidFill>
          <a:ln w="12700">
            <a:solidFill>
              <a:srgbClr val="F27EAE"/>
            </a:solidFill>
            <a:prstDash val="solid"/>
          </a:ln>
        </p:spPr>
      </p:sp>
      <p:sp>
        <p:nvSpPr>
          <p:cNvPr id="16" name="Shape 14"/>
          <p:cNvSpPr/>
          <p:nvPr/>
        </p:nvSpPr>
        <p:spPr>
          <a:xfrm>
            <a:off x="2929073" y="1399531"/>
            <a:ext cx="237079" cy="111723"/>
          </a:xfrm>
          <a:prstGeom prst="rect">
            <a:avLst/>
          </a:prstGeom>
          <a:solidFill>
            <a:srgbClr val="B58B7A"/>
          </a:solidFill>
          <a:ln w="12700">
            <a:solidFill>
              <a:srgbClr val="B58B7A"/>
            </a:solidFill>
            <a:prstDash val="solid"/>
          </a:ln>
        </p:spPr>
      </p:sp>
      <p:sp>
        <p:nvSpPr>
          <p:cNvPr id="17" name="Shape 15"/>
          <p:cNvSpPr/>
          <p:nvPr/>
        </p:nvSpPr>
        <p:spPr>
          <a:xfrm>
            <a:off x="3189427" y="1399531"/>
            <a:ext cx="237079" cy="111723"/>
          </a:xfrm>
          <a:prstGeom prst="rect">
            <a:avLst/>
          </a:prstGeom>
          <a:solidFill>
            <a:srgbClr val="A0475F"/>
          </a:solidFill>
          <a:ln w="12700">
            <a:solidFill>
              <a:srgbClr val="A0475F"/>
            </a:solidFill>
            <a:prstDash val="solid"/>
          </a:ln>
        </p:spPr>
      </p:sp>
      <p:sp>
        <p:nvSpPr>
          <p:cNvPr id="18" name="Shape 16"/>
          <p:cNvSpPr/>
          <p:nvPr/>
        </p:nvSpPr>
        <p:spPr>
          <a:xfrm>
            <a:off x="3449782" y="1399531"/>
            <a:ext cx="237079" cy="111723"/>
          </a:xfrm>
          <a:prstGeom prst="rect">
            <a:avLst/>
          </a:prstGeom>
          <a:solidFill>
            <a:srgbClr val="4BB543"/>
          </a:solidFill>
          <a:ln w="12700">
            <a:solidFill>
              <a:srgbClr val="4BB543"/>
            </a:solidFill>
            <a:prstDash val="solid"/>
          </a:ln>
        </p:spPr>
      </p:sp>
      <p:sp>
        <p:nvSpPr>
          <p:cNvPr id="19" name="Shape 17"/>
          <p:cNvSpPr/>
          <p:nvPr/>
        </p:nvSpPr>
        <p:spPr>
          <a:xfrm>
            <a:off x="3710136" y="1399531"/>
            <a:ext cx="237079" cy="111723"/>
          </a:xfrm>
          <a:prstGeom prst="rect">
            <a:avLst/>
          </a:prstGeom>
          <a:solidFill>
            <a:srgbClr val="B8BABB"/>
          </a:solidFill>
          <a:ln w="12700">
            <a:solidFill>
              <a:srgbClr val="B8BABB"/>
            </a:solidFill>
            <a:prstDash val="solid"/>
          </a:ln>
        </p:spPr>
      </p:sp>
      <p:sp>
        <p:nvSpPr>
          <p:cNvPr id="20" name="Shape 18"/>
          <p:cNvSpPr/>
          <p:nvPr/>
        </p:nvSpPr>
        <p:spPr>
          <a:xfrm>
            <a:off x="3970491" y="1399531"/>
            <a:ext cx="237079" cy="111723"/>
          </a:xfrm>
          <a:prstGeom prst="rect">
            <a:avLst/>
          </a:prstGeom>
          <a:solidFill>
            <a:srgbClr val="A34D92"/>
          </a:solidFill>
          <a:ln w="12700">
            <a:solidFill>
              <a:srgbClr val="A34D92"/>
            </a:solidFill>
            <a:prstDash val="solid"/>
          </a:ln>
        </p:spPr>
      </p:sp>
      <p:sp>
        <p:nvSpPr>
          <p:cNvPr id="21" name="Shape 19"/>
          <p:cNvSpPr/>
          <p:nvPr/>
        </p:nvSpPr>
        <p:spPr>
          <a:xfrm>
            <a:off x="4272742" y="1399531"/>
            <a:ext cx="232756" cy="111723"/>
          </a:xfrm>
          <a:prstGeom prst="rect">
            <a:avLst/>
          </a:prstGeom>
          <a:solidFill>
            <a:srgbClr val="F5C400"/>
          </a:solidFill>
          <a:ln w="12700">
            <a:solidFill>
              <a:srgbClr val="F5C400"/>
            </a:solidFill>
            <a:prstDash val="solid"/>
          </a:ln>
        </p:spPr>
      </p:sp>
      <p:sp>
        <p:nvSpPr>
          <p:cNvPr id="22" name="Shape 20"/>
          <p:cNvSpPr/>
          <p:nvPr/>
        </p:nvSpPr>
        <p:spPr>
          <a:xfrm>
            <a:off x="4524119" y="1399531"/>
            <a:ext cx="111723" cy="111723"/>
          </a:xfrm>
          <a:prstGeom prst="rect">
            <a:avLst/>
          </a:prstGeom>
          <a:solidFill>
            <a:srgbClr val="D0D0D0"/>
          </a:solidFill>
          <a:ln w="12700">
            <a:solidFill>
              <a:srgbClr val="D0D0D0"/>
            </a:solidFill>
            <a:prstDash val="solid"/>
          </a:ln>
        </p:spPr>
      </p:sp>
      <p:sp>
        <p:nvSpPr>
          <p:cNvPr id="23" name="Shape 21"/>
          <p:cNvSpPr/>
          <p:nvPr/>
        </p:nvSpPr>
        <p:spPr>
          <a:xfrm>
            <a:off x="678984" y="1539185"/>
            <a:ext cx="4655" cy="1973774"/>
          </a:xfrm>
          <a:prstGeom prst="rect">
            <a:avLst/>
          </a:prstGeom>
          <a:solidFill>
            <a:srgbClr val="DADADA"/>
          </a:solidFill>
          <a:ln w="12700">
            <a:solidFill>
              <a:srgbClr val="DADADA"/>
            </a:solidFill>
            <a:prstDash val="solid"/>
          </a:ln>
        </p:spPr>
      </p:sp>
      <p:sp>
        <p:nvSpPr>
          <p:cNvPr id="24" name="Shape 22"/>
          <p:cNvSpPr/>
          <p:nvPr/>
        </p:nvSpPr>
        <p:spPr>
          <a:xfrm>
            <a:off x="939671" y="1539185"/>
            <a:ext cx="4655" cy="1973774"/>
          </a:xfrm>
          <a:prstGeom prst="rect">
            <a:avLst/>
          </a:prstGeom>
          <a:solidFill>
            <a:srgbClr val="DADADA"/>
          </a:solidFill>
          <a:ln w="12700">
            <a:solidFill>
              <a:srgbClr val="DADADA"/>
            </a:solidFill>
            <a:prstDash val="solid"/>
          </a:ln>
        </p:spPr>
      </p:sp>
      <p:sp>
        <p:nvSpPr>
          <p:cNvPr id="25" name="Shape 23"/>
          <p:cNvSpPr/>
          <p:nvPr/>
        </p:nvSpPr>
        <p:spPr>
          <a:xfrm>
            <a:off x="1200358" y="1539185"/>
            <a:ext cx="4655" cy="1973774"/>
          </a:xfrm>
          <a:prstGeom prst="rect">
            <a:avLst/>
          </a:prstGeom>
          <a:solidFill>
            <a:srgbClr val="DADADA"/>
          </a:solidFill>
          <a:ln w="12700">
            <a:solidFill>
              <a:srgbClr val="DADADA"/>
            </a:solidFill>
            <a:prstDash val="solid"/>
          </a:ln>
        </p:spPr>
      </p:sp>
      <p:sp>
        <p:nvSpPr>
          <p:cNvPr id="26" name="Shape 24"/>
          <p:cNvSpPr/>
          <p:nvPr/>
        </p:nvSpPr>
        <p:spPr>
          <a:xfrm>
            <a:off x="1461045" y="1539185"/>
            <a:ext cx="4655" cy="1973774"/>
          </a:xfrm>
          <a:prstGeom prst="rect">
            <a:avLst/>
          </a:prstGeom>
          <a:solidFill>
            <a:srgbClr val="DADADA"/>
          </a:solidFill>
          <a:ln w="12700">
            <a:solidFill>
              <a:srgbClr val="DADADA"/>
            </a:solidFill>
            <a:prstDash val="solid"/>
          </a:ln>
        </p:spPr>
      </p:sp>
      <p:sp>
        <p:nvSpPr>
          <p:cNvPr id="27" name="Shape 25"/>
          <p:cNvSpPr/>
          <p:nvPr/>
        </p:nvSpPr>
        <p:spPr>
          <a:xfrm>
            <a:off x="1721732" y="1539185"/>
            <a:ext cx="4655" cy="1973774"/>
          </a:xfrm>
          <a:prstGeom prst="rect">
            <a:avLst/>
          </a:prstGeom>
          <a:solidFill>
            <a:srgbClr val="DADADA"/>
          </a:solidFill>
          <a:ln w="12700">
            <a:solidFill>
              <a:srgbClr val="DADADA"/>
            </a:solidFill>
            <a:prstDash val="solid"/>
          </a:ln>
        </p:spPr>
      </p:sp>
      <p:sp>
        <p:nvSpPr>
          <p:cNvPr id="28" name="Shape 26"/>
          <p:cNvSpPr/>
          <p:nvPr/>
        </p:nvSpPr>
        <p:spPr>
          <a:xfrm>
            <a:off x="1982419" y="1539185"/>
            <a:ext cx="4655" cy="1973774"/>
          </a:xfrm>
          <a:prstGeom prst="rect">
            <a:avLst/>
          </a:prstGeom>
          <a:solidFill>
            <a:srgbClr val="DADADA"/>
          </a:solidFill>
          <a:ln w="12700">
            <a:solidFill>
              <a:srgbClr val="DADADA"/>
            </a:solidFill>
            <a:prstDash val="solid"/>
          </a:ln>
        </p:spPr>
      </p:sp>
      <p:sp>
        <p:nvSpPr>
          <p:cNvPr id="29" name="Shape 27"/>
          <p:cNvSpPr/>
          <p:nvPr/>
        </p:nvSpPr>
        <p:spPr>
          <a:xfrm>
            <a:off x="2243106" y="1539185"/>
            <a:ext cx="4655" cy="1973774"/>
          </a:xfrm>
          <a:prstGeom prst="rect">
            <a:avLst/>
          </a:prstGeom>
          <a:solidFill>
            <a:srgbClr val="DADADA"/>
          </a:solidFill>
          <a:ln w="12700">
            <a:solidFill>
              <a:srgbClr val="DADADA"/>
            </a:solidFill>
            <a:prstDash val="solid"/>
          </a:ln>
        </p:spPr>
      </p:sp>
      <p:sp>
        <p:nvSpPr>
          <p:cNvPr id="30" name="Shape 28"/>
          <p:cNvSpPr/>
          <p:nvPr/>
        </p:nvSpPr>
        <p:spPr>
          <a:xfrm>
            <a:off x="2503793" y="1539185"/>
            <a:ext cx="4655" cy="1973774"/>
          </a:xfrm>
          <a:prstGeom prst="rect">
            <a:avLst/>
          </a:prstGeom>
          <a:solidFill>
            <a:srgbClr val="DADADA"/>
          </a:solidFill>
          <a:ln w="12700">
            <a:solidFill>
              <a:srgbClr val="DADADA"/>
            </a:solidFill>
            <a:prstDash val="solid"/>
          </a:ln>
        </p:spPr>
      </p:sp>
      <p:sp>
        <p:nvSpPr>
          <p:cNvPr id="31" name="Shape 29"/>
          <p:cNvSpPr/>
          <p:nvPr/>
        </p:nvSpPr>
        <p:spPr>
          <a:xfrm>
            <a:off x="2764481" y="1539185"/>
            <a:ext cx="4655" cy="1973774"/>
          </a:xfrm>
          <a:prstGeom prst="rect">
            <a:avLst/>
          </a:prstGeom>
          <a:solidFill>
            <a:srgbClr val="DADADA"/>
          </a:solidFill>
          <a:ln w="12700">
            <a:solidFill>
              <a:srgbClr val="DADADA"/>
            </a:solidFill>
            <a:prstDash val="solid"/>
          </a:ln>
        </p:spPr>
      </p:sp>
      <p:sp>
        <p:nvSpPr>
          <p:cNvPr id="32" name="Shape 30"/>
          <p:cNvSpPr/>
          <p:nvPr/>
        </p:nvSpPr>
        <p:spPr>
          <a:xfrm>
            <a:off x="3025168" y="1539185"/>
            <a:ext cx="4655" cy="1973774"/>
          </a:xfrm>
          <a:prstGeom prst="rect">
            <a:avLst/>
          </a:prstGeom>
          <a:solidFill>
            <a:srgbClr val="DADADA"/>
          </a:solidFill>
          <a:ln w="12700">
            <a:solidFill>
              <a:srgbClr val="DADADA"/>
            </a:solidFill>
            <a:prstDash val="solid"/>
          </a:ln>
        </p:spPr>
      </p:sp>
      <p:sp>
        <p:nvSpPr>
          <p:cNvPr id="33" name="Shape 31"/>
          <p:cNvSpPr/>
          <p:nvPr/>
        </p:nvSpPr>
        <p:spPr>
          <a:xfrm>
            <a:off x="3285855" y="1539185"/>
            <a:ext cx="4655" cy="1973774"/>
          </a:xfrm>
          <a:prstGeom prst="rect">
            <a:avLst/>
          </a:prstGeom>
          <a:solidFill>
            <a:srgbClr val="DADADA"/>
          </a:solidFill>
          <a:ln w="12700">
            <a:solidFill>
              <a:srgbClr val="DADADA"/>
            </a:solidFill>
            <a:prstDash val="solid"/>
          </a:ln>
        </p:spPr>
      </p:sp>
      <p:sp>
        <p:nvSpPr>
          <p:cNvPr id="34" name="Shape 32"/>
          <p:cNvSpPr/>
          <p:nvPr/>
        </p:nvSpPr>
        <p:spPr>
          <a:xfrm>
            <a:off x="3546542" y="1539185"/>
            <a:ext cx="4655" cy="1973774"/>
          </a:xfrm>
          <a:prstGeom prst="rect">
            <a:avLst/>
          </a:prstGeom>
          <a:solidFill>
            <a:srgbClr val="DADADA"/>
          </a:solidFill>
          <a:ln w="12700">
            <a:solidFill>
              <a:srgbClr val="DADADA"/>
            </a:solidFill>
            <a:prstDash val="solid"/>
          </a:ln>
        </p:spPr>
      </p:sp>
      <p:sp>
        <p:nvSpPr>
          <p:cNvPr id="35" name="Shape 33"/>
          <p:cNvSpPr/>
          <p:nvPr/>
        </p:nvSpPr>
        <p:spPr>
          <a:xfrm>
            <a:off x="3807229" y="1539185"/>
            <a:ext cx="4655" cy="1973774"/>
          </a:xfrm>
          <a:prstGeom prst="rect">
            <a:avLst/>
          </a:prstGeom>
          <a:solidFill>
            <a:srgbClr val="DADADA"/>
          </a:solidFill>
          <a:ln w="12700">
            <a:solidFill>
              <a:srgbClr val="DADADA"/>
            </a:solidFill>
            <a:prstDash val="solid"/>
          </a:ln>
        </p:spPr>
      </p:sp>
      <p:sp>
        <p:nvSpPr>
          <p:cNvPr id="36" name="Shape 34"/>
          <p:cNvSpPr/>
          <p:nvPr/>
        </p:nvSpPr>
        <p:spPr>
          <a:xfrm>
            <a:off x="4067916" y="1539185"/>
            <a:ext cx="4655" cy="1973774"/>
          </a:xfrm>
          <a:prstGeom prst="rect">
            <a:avLst/>
          </a:prstGeom>
          <a:solidFill>
            <a:srgbClr val="DADADA"/>
          </a:solidFill>
          <a:ln w="12700">
            <a:solidFill>
              <a:srgbClr val="DADADA"/>
            </a:solidFill>
            <a:prstDash val="solid"/>
          </a:ln>
        </p:spPr>
      </p:sp>
      <p:sp>
        <p:nvSpPr>
          <p:cNvPr id="37" name="Shape 35"/>
          <p:cNvSpPr/>
          <p:nvPr/>
        </p:nvSpPr>
        <p:spPr>
          <a:xfrm>
            <a:off x="4328603" y="1539185"/>
            <a:ext cx="4655" cy="1973774"/>
          </a:xfrm>
          <a:prstGeom prst="rect">
            <a:avLst/>
          </a:prstGeom>
          <a:solidFill>
            <a:srgbClr val="DADADA"/>
          </a:solidFill>
          <a:ln w="12700">
            <a:solidFill>
              <a:srgbClr val="DADADA"/>
            </a:solidFill>
            <a:prstDash val="solid"/>
          </a:ln>
        </p:spPr>
      </p:sp>
      <p:sp>
        <p:nvSpPr>
          <p:cNvPr id="38" name="Shape 36"/>
          <p:cNvSpPr/>
          <p:nvPr/>
        </p:nvSpPr>
        <p:spPr>
          <a:xfrm>
            <a:off x="4589290" y="1539185"/>
            <a:ext cx="4655" cy="1973774"/>
          </a:xfrm>
          <a:prstGeom prst="rect">
            <a:avLst/>
          </a:prstGeom>
          <a:solidFill>
            <a:srgbClr val="DADADA"/>
          </a:solidFill>
          <a:ln w="12700">
            <a:solidFill>
              <a:srgbClr val="DADADA"/>
            </a:solidFill>
            <a:prstDash val="solid"/>
          </a:ln>
        </p:spPr>
      </p:sp>
      <p:sp>
        <p:nvSpPr>
          <p:cNvPr id="39" name="Shape 37"/>
          <p:cNvSpPr/>
          <p:nvPr/>
        </p:nvSpPr>
        <p:spPr>
          <a:xfrm>
            <a:off x="548640" y="1669528"/>
            <a:ext cx="4115133" cy="4655"/>
          </a:xfrm>
          <a:prstGeom prst="rect">
            <a:avLst/>
          </a:prstGeom>
          <a:solidFill>
            <a:srgbClr val="DADADA"/>
          </a:solidFill>
          <a:ln w="12700">
            <a:solidFill>
              <a:srgbClr val="DADADA"/>
            </a:solidFill>
            <a:prstDash val="solid"/>
          </a:ln>
        </p:spPr>
      </p:sp>
      <p:sp>
        <p:nvSpPr>
          <p:cNvPr id="40" name="Shape 38"/>
          <p:cNvSpPr/>
          <p:nvPr/>
        </p:nvSpPr>
        <p:spPr>
          <a:xfrm>
            <a:off x="548640" y="1930215"/>
            <a:ext cx="4115133" cy="4655"/>
          </a:xfrm>
          <a:prstGeom prst="rect">
            <a:avLst/>
          </a:prstGeom>
          <a:solidFill>
            <a:srgbClr val="DADADA"/>
          </a:solidFill>
          <a:ln w="12700">
            <a:solidFill>
              <a:srgbClr val="DADADA"/>
            </a:solidFill>
            <a:prstDash val="solid"/>
          </a:ln>
        </p:spPr>
      </p:sp>
      <p:sp>
        <p:nvSpPr>
          <p:cNvPr id="41" name="Shape 39"/>
          <p:cNvSpPr/>
          <p:nvPr/>
        </p:nvSpPr>
        <p:spPr>
          <a:xfrm>
            <a:off x="548640" y="2190902"/>
            <a:ext cx="4115133" cy="4655"/>
          </a:xfrm>
          <a:prstGeom prst="rect">
            <a:avLst/>
          </a:prstGeom>
          <a:solidFill>
            <a:srgbClr val="DADADA"/>
          </a:solidFill>
          <a:ln w="12700">
            <a:solidFill>
              <a:srgbClr val="DADADA"/>
            </a:solidFill>
            <a:prstDash val="solid"/>
          </a:ln>
        </p:spPr>
      </p:sp>
      <p:sp>
        <p:nvSpPr>
          <p:cNvPr id="42" name="Shape 40"/>
          <p:cNvSpPr/>
          <p:nvPr/>
        </p:nvSpPr>
        <p:spPr>
          <a:xfrm>
            <a:off x="548640" y="2451590"/>
            <a:ext cx="4115133" cy="4655"/>
          </a:xfrm>
          <a:prstGeom prst="rect">
            <a:avLst/>
          </a:prstGeom>
          <a:solidFill>
            <a:srgbClr val="DADADA"/>
          </a:solidFill>
          <a:ln w="12700">
            <a:solidFill>
              <a:srgbClr val="DADADA"/>
            </a:solidFill>
            <a:prstDash val="solid"/>
          </a:ln>
        </p:spPr>
      </p:sp>
      <p:sp>
        <p:nvSpPr>
          <p:cNvPr id="43" name="Shape 41"/>
          <p:cNvSpPr/>
          <p:nvPr/>
        </p:nvSpPr>
        <p:spPr>
          <a:xfrm>
            <a:off x="548640" y="2712277"/>
            <a:ext cx="4115133" cy="4655"/>
          </a:xfrm>
          <a:prstGeom prst="rect">
            <a:avLst/>
          </a:prstGeom>
          <a:solidFill>
            <a:srgbClr val="DADADA"/>
          </a:solidFill>
          <a:ln w="12700">
            <a:solidFill>
              <a:srgbClr val="DADADA"/>
            </a:solidFill>
            <a:prstDash val="solid"/>
          </a:ln>
        </p:spPr>
      </p:sp>
      <p:sp>
        <p:nvSpPr>
          <p:cNvPr id="44" name="Shape 42"/>
          <p:cNvSpPr/>
          <p:nvPr/>
        </p:nvSpPr>
        <p:spPr>
          <a:xfrm>
            <a:off x="548640" y="2972964"/>
            <a:ext cx="4115133" cy="4655"/>
          </a:xfrm>
          <a:prstGeom prst="rect">
            <a:avLst/>
          </a:prstGeom>
          <a:solidFill>
            <a:srgbClr val="DADADA"/>
          </a:solidFill>
          <a:ln w="12700">
            <a:solidFill>
              <a:srgbClr val="DADADA"/>
            </a:solidFill>
            <a:prstDash val="solid"/>
          </a:ln>
        </p:spPr>
      </p:sp>
      <p:sp>
        <p:nvSpPr>
          <p:cNvPr id="45" name="Shape 43"/>
          <p:cNvSpPr/>
          <p:nvPr/>
        </p:nvSpPr>
        <p:spPr>
          <a:xfrm>
            <a:off x="548640" y="3233651"/>
            <a:ext cx="4115133" cy="4655"/>
          </a:xfrm>
          <a:prstGeom prst="rect">
            <a:avLst/>
          </a:prstGeom>
          <a:solidFill>
            <a:srgbClr val="DADADA"/>
          </a:solidFill>
          <a:ln w="12700">
            <a:solidFill>
              <a:srgbClr val="DADADA"/>
            </a:solidFill>
            <a:prstDash val="solid"/>
          </a:ln>
        </p:spPr>
      </p:sp>
      <p:sp>
        <p:nvSpPr>
          <p:cNvPr id="46" name="Shape 44"/>
          <p:cNvSpPr/>
          <p:nvPr/>
        </p:nvSpPr>
        <p:spPr>
          <a:xfrm>
            <a:off x="548640" y="3494338"/>
            <a:ext cx="4115133" cy="4655"/>
          </a:xfrm>
          <a:prstGeom prst="rect">
            <a:avLst/>
          </a:prstGeom>
          <a:solidFill>
            <a:srgbClr val="DADADA"/>
          </a:solidFill>
          <a:ln w="12700">
            <a:solidFill>
              <a:srgbClr val="DADADA"/>
            </a:solidFill>
            <a:prstDash val="solid"/>
          </a:ln>
        </p:spPr>
      </p:sp>
      <p:sp>
        <p:nvSpPr>
          <p:cNvPr id="47" name="Shape 45"/>
          <p:cNvSpPr/>
          <p:nvPr/>
        </p:nvSpPr>
        <p:spPr>
          <a:xfrm>
            <a:off x="4663773" y="1371600"/>
            <a:ext cx="1005507" cy="2141359"/>
          </a:xfrm>
          <a:prstGeom prst="rect">
            <a:avLst/>
          </a:prstGeom>
          <a:solidFill>
            <a:srgbClr val="ECECEC"/>
          </a:solidFill>
          <a:ln w="6350">
            <a:solidFill>
              <a:srgbClr val="D2D0CB"/>
            </a:solidFill>
            <a:prstDash val="solid"/>
          </a:ln>
        </p:spPr>
      </p:sp>
      <p:sp>
        <p:nvSpPr>
          <p:cNvPr id="48" name="Shape 46"/>
          <p:cNvSpPr/>
          <p:nvPr/>
        </p:nvSpPr>
        <p:spPr>
          <a:xfrm>
            <a:off x="4943080" y="1418151"/>
            <a:ext cx="121033" cy="121033"/>
          </a:xfrm>
          <a:prstGeom prst="ellipse">
            <a:avLst/>
          </a:prstGeom>
          <a:solidFill>
            <a:srgbClr val="8E44E0"/>
          </a:solidFill>
          <a:ln w="12700">
            <a:solidFill>
              <a:srgbClr val="8E44E0"/>
            </a:solidFill>
            <a:prstDash val="solid"/>
          </a:ln>
        </p:spPr>
      </p:sp>
      <p:sp>
        <p:nvSpPr>
          <p:cNvPr id="49" name="Shape 47"/>
          <p:cNvSpPr/>
          <p:nvPr/>
        </p:nvSpPr>
        <p:spPr>
          <a:xfrm>
            <a:off x="5092044" y="1418151"/>
            <a:ext cx="121033" cy="121033"/>
          </a:xfrm>
          <a:prstGeom prst="ellipse">
            <a:avLst/>
          </a:prstGeom>
          <a:solidFill>
            <a:srgbClr val="7A7A7A"/>
          </a:solidFill>
          <a:ln w="12700">
            <a:solidFill>
              <a:srgbClr val="7A7A7A"/>
            </a:solidFill>
            <a:prstDash val="solid"/>
          </a:ln>
        </p:spPr>
      </p:sp>
      <p:sp>
        <p:nvSpPr>
          <p:cNvPr id="50" name="Shape 48"/>
          <p:cNvSpPr/>
          <p:nvPr/>
        </p:nvSpPr>
        <p:spPr>
          <a:xfrm>
            <a:off x="5241008" y="1418151"/>
            <a:ext cx="121033" cy="121033"/>
          </a:xfrm>
          <a:prstGeom prst="ellipse">
            <a:avLst/>
          </a:prstGeom>
          <a:solidFill>
            <a:srgbClr val="7A7A7A"/>
          </a:solidFill>
          <a:ln w="12700">
            <a:solidFill>
              <a:srgbClr val="7A7A7A"/>
            </a:solidFill>
            <a:prstDash val="solid"/>
          </a:ln>
        </p:spPr>
      </p:sp>
      <p:sp>
        <p:nvSpPr>
          <p:cNvPr id="51" name="Shape 49"/>
          <p:cNvSpPr/>
          <p:nvPr/>
        </p:nvSpPr>
        <p:spPr>
          <a:xfrm>
            <a:off x="4943080" y="1567115"/>
            <a:ext cx="121033" cy="121033"/>
          </a:xfrm>
          <a:prstGeom prst="ellipse">
            <a:avLst/>
          </a:prstGeom>
          <a:solidFill>
            <a:srgbClr val="F5C400"/>
          </a:solidFill>
          <a:ln w="12700">
            <a:solidFill>
              <a:srgbClr val="F5C400"/>
            </a:solidFill>
            <a:prstDash val="solid"/>
          </a:ln>
        </p:spPr>
      </p:sp>
      <p:sp>
        <p:nvSpPr>
          <p:cNvPr id="52" name="Shape 50"/>
          <p:cNvSpPr/>
          <p:nvPr/>
        </p:nvSpPr>
        <p:spPr>
          <a:xfrm>
            <a:off x="5092044" y="1567115"/>
            <a:ext cx="121033" cy="121033"/>
          </a:xfrm>
          <a:prstGeom prst="ellipse">
            <a:avLst/>
          </a:prstGeom>
          <a:solidFill>
            <a:srgbClr val="F5C400"/>
          </a:solidFill>
          <a:ln w="12700">
            <a:solidFill>
              <a:srgbClr val="F5C400"/>
            </a:solidFill>
            <a:prstDash val="solid"/>
          </a:ln>
        </p:spPr>
      </p:sp>
      <p:sp>
        <p:nvSpPr>
          <p:cNvPr id="53" name="Shape 51"/>
          <p:cNvSpPr/>
          <p:nvPr/>
        </p:nvSpPr>
        <p:spPr>
          <a:xfrm>
            <a:off x="5241008" y="1567115"/>
            <a:ext cx="121033" cy="121033"/>
          </a:xfrm>
          <a:prstGeom prst="ellipse">
            <a:avLst/>
          </a:prstGeom>
          <a:solidFill>
            <a:srgbClr val="8B0000"/>
          </a:solidFill>
          <a:ln w="12700">
            <a:solidFill>
              <a:srgbClr val="8B0000"/>
            </a:solidFill>
            <a:prstDash val="solid"/>
          </a:ln>
        </p:spPr>
      </p:sp>
      <p:sp>
        <p:nvSpPr>
          <p:cNvPr id="54" name="Shape 52"/>
          <p:cNvSpPr/>
          <p:nvPr/>
        </p:nvSpPr>
        <p:spPr>
          <a:xfrm>
            <a:off x="4943080" y="1716079"/>
            <a:ext cx="121033" cy="121033"/>
          </a:xfrm>
          <a:prstGeom prst="ellipse">
            <a:avLst/>
          </a:prstGeom>
          <a:solidFill>
            <a:srgbClr val="2FB94A"/>
          </a:solidFill>
          <a:ln w="12700">
            <a:solidFill>
              <a:srgbClr val="2FB94A"/>
            </a:solidFill>
            <a:prstDash val="solid"/>
          </a:ln>
        </p:spPr>
      </p:sp>
      <p:sp>
        <p:nvSpPr>
          <p:cNvPr id="55" name="Shape 53"/>
          <p:cNvSpPr/>
          <p:nvPr/>
        </p:nvSpPr>
        <p:spPr>
          <a:xfrm>
            <a:off x="5092044" y="1716079"/>
            <a:ext cx="121033" cy="121033"/>
          </a:xfrm>
          <a:prstGeom prst="ellipse">
            <a:avLst/>
          </a:prstGeom>
          <a:solidFill>
            <a:srgbClr val="C9A07A"/>
          </a:solidFill>
          <a:ln w="12700">
            <a:solidFill>
              <a:srgbClr val="C9A07A"/>
            </a:solidFill>
            <a:prstDash val="solid"/>
          </a:ln>
        </p:spPr>
      </p:sp>
      <p:sp>
        <p:nvSpPr>
          <p:cNvPr id="56" name="Shape 54"/>
          <p:cNvSpPr/>
          <p:nvPr/>
        </p:nvSpPr>
        <p:spPr>
          <a:xfrm>
            <a:off x="5241008" y="1716079"/>
            <a:ext cx="121033" cy="121033"/>
          </a:xfrm>
          <a:prstGeom prst="ellipse">
            <a:avLst/>
          </a:prstGeom>
          <a:solidFill>
            <a:srgbClr val="C9A07A"/>
          </a:solidFill>
          <a:ln w="12700">
            <a:solidFill>
              <a:srgbClr val="C9A07A"/>
            </a:solidFill>
            <a:prstDash val="solid"/>
          </a:ln>
        </p:spPr>
      </p:sp>
      <p:sp>
        <p:nvSpPr>
          <p:cNvPr id="57" name="Shape 55"/>
          <p:cNvSpPr/>
          <p:nvPr/>
        </p:nvSpPr>
        <p:spPr>
          <a:xfrm>
            <a:off x="4873253" y="2768138"/>
            <a:ext cx="558615" cy="125688"/>
          </a:xfrm>
          <a:prstGeom prst="rect">
            <a:avLst/>
          </a:prstGeom>
          <a:solidFill>
            <a:srgbClr val="8E7A9E"/>
          </a:solidFill>
          <a:ln w="12700">
            <a:solidFill>
              <a:srgbClr val="8E7A9E"/>
            </a:solidFill>
            <a:prstDash val="solid"/>
          </a:ln>
        </p:spPr>
      </p:sp>
      <p:sp>
        <p:nvSpPr>
          <p:cNvPr id="58" name="Shape 56"/>
          <p:cNvSpPr/>
          <p:nvPr/>
        </p:nvSpPr>
        <p:spPr>
          <a:xfrm>
            <a:off x="5436524" y="2777448"/>
            <a:ext cx="18621" cy="107068"/>
          </a:xfrm>
          <a:prstGeom prst="rect">
            <a:avLst/>
          </a:prstGeom>
          <a:solidFill>
            <a:srgbClr val="2FB94A"/>
          </a:solidFill>
          <a:ln w="12700">
            <a:solidFill>
              <a:srgbClr val="2FB94A"/>
            </a:solidFill>
            <a:prstDash val="solid"/>
          </a:ln>
        </p:spPr>
      </p:sp>
      <p:sp>
        <p:nvSpPr>
          <p:cNvPr id="59" name="Shape 57"/>
          <p:cNvSpPr/>
          <p:nvPr/>
        </p:nvSpPr>
        <p:spPr>
          <a:xfrm>
            <a:off x="4873253" y="2912447"/>
            <a:ext cx="558615" cy="125688"/>
          </a:xfrm>
          <a:prstGeom prst="rect">
            <a:avLst/>
          </a:prstGeom>
          <a:solidFill>
            <a:srgbClr val="C9A7E6"/>
          </a:solidFill>
          <a:ln w="12700">
            <a:solidFill>
              <a:srgbClr val="C9A7E6"/>
            </a:solidFill>
            <a:prstDash val="solid"/>
          </a:ln>
        </p:spPr>
      </p:sp>
      <p:sp>
        <p:nvSpPr>
          <p:cNvPr id="60" name="Shape 58"/>
          <p:cNvSpPr/>
          <p:nvPr/>
        </p:nvSpPr>
        <p:spPr>
          <a:xfrm>
            <a:off x="5436524" y="2921757"/>
            <a:ext cx="18621" cy="107068"/>
          </a:xfrm>
          <a:prstGeom prst="rect">
            <a:avLst/>
          </a:prstGeom>
          <a:solidFill>
            <a:srgbClr val="2FB94A"/>
          </a:solidFill>
          <a:ln w="12700">
            <a:solidFill>
              <a:srgbClr val="2FB94A"/>
            </a:solidFill>
            <a:prstDash val="solid"/>
          </a:ln>
        </p:spPr>
      </p:sp>
      <p:sp>
        <p:nvSpPr>
          <p:cNvPr id="61" name="Shape 59"/>
          <p:cNvSpPr/>
          <p:nvPr/>
        </p:nvSpPr>
        <p:spPr>
          <a:xfrm>
            <a:off x="4691703" y="3075377"/>
            <a:ext cx="921715" cy="58189"/>
          </a:xfrm>
          <a:prstGeom prst="rect">
            <a:avLst/>
          </a:prstGeom>
          <a:solidFill>
            <a:srgbClr val="E68FE0"/>
          </a:solidFill>
          <a:ln w="12700">
            <a:solidFill>
              <a:srgbClr val="E68FE0"/>
            </a:solidFill>
            <a:prstDash val="solid"/>
          </a:ln>
        </p:spPr>
      </p:sp>
      <p:sp>
        <p:nvSpPr>
          <p:cNvPr id="62" name="Shape 60"/>
          <p:cNvSpPr/>
          <p:nvPr/>
        </p:nvSpPr>
        <p:spPr>
          <a:xfrm>
            <a:off x="4691703" y="3147531"/>
            <a:ext cx="921715" cy="58189"/>
          </a:xfrm>
          <a:prstGeom prst="rect">
            <a:avLst/>
          </a:prstGeom>
          <a:solidFill>
            <a:srgbClr val="FFA500"/>
          </a:solidFill>
          <a:ln w="12700">
            <a:solidFill>
              <a:srgbClr val="FFA500"/>
            </a:solidFill>
            <a:prstDash val="solid"/>
          </a:ln>
        </p:spPr>
      </p:sp>
      <p:sp>
        <p:nvSpPr>
          <p:cNvPr id="63" name="Shape 61"/>
          <p:cNvSpPr/>
          <p:nvPr/>
        </p:nvSpPr>
        <p:spPr>
          <a:xfrm>
            <a:off x="4691703" y="3219686"/>
            <a:ext cx="921715" cy="58189"/>
          </a:xfrm>
          <a:prstGeom prst="rect">
            <a:avLst/>
          </a:prstGeom>
          <a:solidFill>
            <a:srgbClr val="90EE90"/>
          </a:solidFill>
          <a:ln w="12700">
            <a:solidFill>
              <a:srgbClr val="90EE90"/>
            </a:solidFill>
            <a:prstDash val="solid"/>
          </a:ln>
        </p:spPr>
      </p:sp>
      <p:sp>
        <p:nvSpPr>
          <p:cNvPr id="64" name="Shape 62"/>
          <p:cNvSpPr/>
          <p:nvPr/>
        </p:nvSpPr>
        <p:spPr>
          <a:xfrm>
            <a:off x="4691703" y="3291840"/>
            <a:ext cx="921715" cy="58189"/>
          </a:xfrm>
          <a:prstGeom prst="rect">
            <a:avLst/>
          </a:prstGeom>
          <a:solidFill>
            <a:srgbClr val="FF6B6B"/>
          </a:solidFill>
          <a:ln w="12700">
            <a:solidFill>
              <a:srgbClr val="FF6B6B"/>
            </a:solidFill>
            <a:prstDash val="solid"/>
          </a:ln>
        </p:spPr>
      </p:sp>
      <p:sp>
        <p:nvSpPr>
          <p:cNvPr id="65" name="Shape 63"/>
          <p:cNvSpPr/>
          <p:nvPr/>
        </p:nvSpPr>
        <p:spPr>
          <a:xfrm>
            <a:off x="4691703" y="3363994"/>
            <a:ext cx="921715" cy="58189"/>
          </a:xfrm>
          <a:prstGeom prst="rect">
            <a:avLst/>
          </a:prstGeom>
          <a:solidFill>
            <a:srgbClr val="7FB2E5"/>
          </a:solidFill>
          <a:ln w="12700">
            <a:solidFill>
              <a:srgbClr val="7FB2E5"/>
            </a:solidFill>
            <a:prstDash val="solid"/>
          </a:ln>
        </p:spPr>
      </p:sp>
      <p:sp>
        <p:nvSpPr>
          <p:cNvPr id="66" name="Shape 64"/>
          <p:cNvSpPr/>
          <p:nvPr/>
        </p:nvSpPr>
        <p:spPr>
          <a:xfrm>
            <a:off x="4691703" y="3436149"/>
            <a:ext cx="921715" cy="58189"/>
          </a:xfrm>
          <a:prstGeom prst="rect">
            <a:avLst/>
          </a:prstGeom>
          <a:solidFill>
            <a:srgbClr val="B0B0B0"/>
          </a:solidFill>
          <a:ln w="12700">
            <a:solidFill>
              <a:srgbClr val="B0B0B0"/>
            </a:solidFill>
            <a:prstDash val="solid"/>
          </a:ln>
        </p:spPr>
      </p:sp>
      <p:sp>
        <p:nvSpPr>
          <p:cNvPr id="67" name="Shape 65"/>
          <p:cNvSpPr/>
          <p:nvPr/>
        </p:nvSpPr>
        <p:spPr>
          <a:xfrm>
            <a:off x="5641349" y="1371600"/>
            <a:ext cx="27931" cy="2141359"/>
          </a:xfrm>
          <a:prstGeom prst="rect">
            <a:avLst/>
          </a:prstGeom>
          <a:solidFill>
            <a:srgbClr val="DEDCD7"/>
          </a:solidFill>
          <a:ln w="6350">
            <a:solidFill>
              <a:srgbClr val="CBC8C1"/>
            </a:solidFill>
            <a:prstDash val="solid"/>
          </a:ln>
        </p:spPr>
      </p:sp>
      <p:sp>
        <p:nvSpPr>
          <p:cNvPr id="68" name="Shape 66"/>
          <p:cNvSpPr/>
          <p:nvPr/>
        </p:nvSpPr>
        <p:spPr>
          <a:xfrm>
            <a:off x="5585488" y="2330556"/>
            <a:ext cx="74482" cy="223446"/>
          </a:xfrm>
          <a:prstGeom prst="roundRect">
            <a:avLst>
              <a:gd name="adj" fmla="val 36830"/>
            </a:avLst>
          </a:prstGeom>
          <a:solidFill>
            <a:srgbClr val="A34D92"/>
          </a:solidFill>
          <a:ln w="6350">
            <a:solidFill>
              <a:srgbClr val="B5B2AB"/>
            </a:solidFill>
            <a:prstDash val="solid"/>
          </a:ln>
        </p:spPr>
      </p:sp>
      <p:sp>
        <p:nvSpPr>
          <p:cNvPr id="69" name="Text 67"/>
          <p:cNvSpPr txBox="1"/>
          <p:nvPr/>
        </p:nvSpPr>
        <p:spPr>
          <a:xfrm>
            <a:off x="5585488" y="2330556"/>
            <a:ext cx="74482" cy="223446"/>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a:t>
            </a:r>
            <a:endParaRPr lang="en-US" sz="600" dirty="0"/>
          </a:p>
        </p:txBody>
      </p:sp>
      <p:sp>
        <p:nvSpPr>
          <p:cNvPr id="70" name="Text 68"/>
          <p:cNvSpPr txBox="1"/>
          <p:nvPr/>
        </p:nvSpPr>
        <p:spPr>
          <a:xfrm>
            <a:off x="548640" y="3567823"/>
            <a:ext cx="51206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hidden: divider + tab at the window edge, chevron flipped</a:t>
            </a:r>
            <a:endParaRPr lang="en-US" sz="950" dirty="0"/>
          </a:p>
        </p:txBody>
      </p:sp>
      <p:sp>
        <p:nvSpPr>
          <p:cNvPr id="71" name="Shape 69"/>
          <p:cNvSpPr/>
          <p:nvPr/>
        </p:nvSpPr>
        <p:spPr>
          <a:xfrm>
            <a:off x="5713337" y="2323407"/>
            <a:ext cx="237744" cy="237744"/>
          </a:xfrm>
          <a:prstGeom prst="ellipse">
            <a:avLst/>
          </a:prstGeom>
          <a:solidFill>
            <a:srgbClr val="C2410C"/>
          </a:solidFill>
          <a:ln w="12700">
            <a:solidFill>
              <a:srgbClr val="C2410C"/>
            </a:solidFill>
            <a:prstDash val="solid"/>
          </a:ln>
        </p:spPr>
      </p:sp>
      <p:sp>
        <p:nvSpPr>
          <p:cNvPr id="72" name="Text 70"/>
          <p:cNvSpPr txBox="1"/>
          <p:nvPr/>
        </p:nvSpPr>
        <p:spPr>
          <a:xfrm>
            <a:off x="5713337" y="2323407"/>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3" name="Shape 71"/>
          <p:cNvSpPr/>
          <p:nvPr/>
        </p:nvSpPr>
        <p:spPr>
          <a:xfrm>
            <a:off x="5713337" y="3114779"/>
            <a:ext cx="237744" cy="237744"/>
          </a:xfrm>
          <a:prstGeom prst="ellipse">
            <a:avLst/>
          </a:prstGeom>
          <a:solidFill>
            <a:srgbClr val="C2410C"/>
          </a:solidFill>
          <a:ln w="12700">
            <a:solidFill>
              <a:srgbClr val="C2410C"/>
            </a:solidFill>
            <a:prstDash val="solid"/>
          </a:ln>
        </p:spPr>
      </p:sp>
      <p:sp>
        <p:nvSpPr>
          <p:cNvPr id="74" name="Text 72"/>
          <p:cNvSpPr txBox="1"/>
          <p:nvPr/>
        </p:nvSpPr>
        <p:spPr>
          <a:xfrm>
            <a:off x="5713337" y="3114779"/>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75" name="Shape 73"/>
          <p:cNvSpPr/>
          <p:nvPr/>
        </p:nvSpPr>
        <p:spPr>
          <a:xfrm>
            <a:off x="6035040" y="1353312"/>
            <a:ext cx="256032" cy="256032"/>
          </a:xfrm>
          <a:prstGeom prst="ellipse">
            <a:avLst/>
          </a:prstGeom>
          <a:solidFill>
            <a:srgbClr val="C2410C"/>
          </a:solidFill>
          <a:ln w="12700">
            <a:solidFill>
              <a:srgbClr val="C2410C"/>
            </a:solidFill>
            <a:prstDash val="solid"/>
          </a:ln>
        </p:spPr>
      </p:sp>
      <p:sp>
        <p:nvSpPr>
          <p:cNvPr id="76" name="Text 74"/>
          <p:cNvSpPr txBox="1"/>
          <p:nvPr/>
        </p:nvSpPr>
        <p:spPr>
          <a:xfrm>
            <a:off x="6035040" y="135331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7" name="Text 75"/>
          <p:cNvSpPr txBox="1"/>
          <p:nvPr/>
        </p:nvSpPr>
        <p:spPr>
          <a:xfrm>
            <a:off x="6400800" y="132588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The tab</a:t>
            </a:r>
            <a:endParaRPr lang="en-US" sz="1350" dirty="0"/>
          </a:p>
        </p:txBody>
      </p:sp>
      <p:sp>
        <p:nvSpPr>
          <p:cNvPr id="78" name="Text 76"/>
          <p:cNvSpPr txBox="1"/>
          <p:nvPr/>
        </p:nvSpPr>
        <p:spPr>
          <a:xfrm>
            <a:off x="6400800" y="160020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A small QToolButton on the splitter handle, recentered on resize. Chevron flips with state; magenta hover uses the Tabs button colors.</a:t>
            </a:r>
            <a:endParaRPr lang="en-US" sz="1100" dirty="0"/>
          </a:p>
        </p:txBody>
      </p:sp>
      <p:sp>
        <p:nvSpPr>
          <p:cNvPr id="79" name="Shape 77"/>
          <p:cNvSpPr/>
          <p:nvPr/>
        </p:nvSpPr>
        <p:spPr>
          <a:xfrm>
            <a:off x="6035040" y="2176272"/>
            <a:ext cx="256032" cy="256032"/>
          </a:xfrm>
          <a:prstGeom prst="ellipse">
            <a:avLst/>
          </a:prstGeom>
          <a:solidFill>
            <a:srgbClr val="C2410C"/>
          </a:solidFill>
          <a:ln w="12700">
            <a:solidFill>
              <a:srgbClr val="C2410C"/>
            </a:solidFill>
            <a:prstDash val="solid"/>
          </a:ln>
        </p:spPr>
      </p:sp>
      <p:sp>
        <p:nvSpPr>
          <p:cNvPr id="80" name="Text 78"/>
          <p:cNvSpPr txBox="1"/>
          <p:nvPr/>
        </p:nvSpPr>
        <p:spPr>
          <a:xfrm>
            <a:off x="6035040" y="21762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1" name="Text 79"/>
          <p:cNvSpPr txBox="1"/>
          <p:nvPr/>
        </p:nvSpPr>
        <p:spPr>
          <a:xfrm>
            <a:off x="6400800" y="214884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The handle</a:t>
            </a:r>
            <a:endParaRPr lang="en-US" sz="1350" dirty="0"/>
          </a:p>
        </p:txBody>
      </p:sp>
      <p:sp>
        <p:nvSpPr>
          <p:cNvPr id="82" name="Text 80"/>
          <p:cNvSpPr txBox="1"/>
          <p:nvPr/>
        </p:nvSpPr>
        <p:spPr>
          <a:xfrm>
            <a:off x="6400800" y="242316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Collapsible on the group side only; handle enabled; group width 100 to 260 px. Below the minimum on release it snaps to collapsed.</a:t>
            </a:r>
            <a:endParaRPr lang="en-US" sz="1100" dirty="0"/>
          </a:p>
        </p:txBody>
      </p:sp>
      <p:sp>
        <p:nvSpPr>
          <p:cNvPr id="83" name="Text 81"/>
          <p:cNvSpPr txBox="1"/>
          <p:nvPr/>
        </p:nvSpPr>
        <p:spPr>
          <a:xfrm>
            <a:off x="6400800" y="297180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Widths that follow</a:t>
            </a:r>
            <a:endParaRPr lang="en-US" sz="1350" dirty="0"/>
          </a:p>
        </p:txBody>
      </p:sp>
      <p:sp>
        <p:nvSpPr>
          <p:cNvPr id="84" name="Text 82"/>
          <p:cNvSpPr txBox="1"/>
          <p:nvPr/>
        </p:nvSpPr>
        <p:spPr>
          <a:xfrm>
            <a:off x="6400800" y="324612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Layer panel minimum = list minimum + 6 px divider + current group width. The compact-screen rule reads the live width, not the fixed 140.</a:t>
            </a:r>
            <a:endParaRPr lang="en-US" sz="1100" dirty="0"/>
          </a:p>
        </p:txBody>
      </p:sp>
      <p:sp>
        <p:nvSpPr>
          <p:cNvPr id="85" name="Text 83"/>
          <p:cNvSpPr txBox="1"/>
          <p:nvPr/>
        </p:nvSpPr>
        <p:spPr>
          <a:xfrm>
            <a:off x="6400800" y="379476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Keyboard and touch</a:t>
            </a:r>
            <a:endParaRPr lang="en-US" sz="1350" dirty="0"/>
          </a:p>
        </p:txBody>
      </p:sp>
      <p:sp>
        <p:nvSpPr>
          <p:cNvPr id="86" name="Text 84"/>
          <p:cNvSpPr txBox="1"/>
          <p:nvPr/>
        </p:nvSpPr>
        <p:spPr>
          <a:xfrm>
            <a:off x="6400800" y="406908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Tab is focusable; Space, Enter or Ctrl+G toggles. On touch the tab is the target; the 6 px divider is too thin for a finger, acceptable on desktop.</a:t>
            </a:r>
            <a:endParaRPr lang="en-US" sz="1100" dirty="0"/>
          </a:p>
        </p:txBody>
      </p:sp>
      <p:sp>
        <p:nvSpPr>
          <p:cNvPr id="87" name="Text 85"/>
          <p:cNvSpPr txBox="1"/>
          <p:nvPr/>
        </p:nvSpPr>
        <p:spPr>
          <a:xfrm>
            <a:off x="6400800" y="461772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Hebrew</a:t>
            </a:r>
            <a:endParaRPr lang="en-US" sz="1350" dirty="0"/>
          </a:p>
        </p:txBody>
      </p:sp>
      <p:sp>
        <p:nvSpPr>
          <p:cNvPr id="88" name="Text 86"/>
          <p:cNvSpPr txBox="1"/>
          <p:nvPr/>
        </p:nvSpPr>
        <p:spPr>
          <a:xfrm>
            <a:off x="6400800" y="489204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Divider sits on the left of the column; chevrons swap so they still point the way the column moves.</a:t>
            </a:r>
            <a:endParaRPr lang="en-US" sz="1100" dirty="0"/>
          </a:p>
        </p:txBody>
      </p:sp>
      <p:sp>
        <p:nvSpPr>
          <p:cNvPr id="89" name="Text 87"/>
          <p:cNvSpPr txBox="1"/>
          <p:nvPr/>
        </p:nvSpPr>
        <p:spPr>
          <a:xfrm>
            <a:off x="6400800" y="544068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Persistence</a:t>
            </a:r>
            <a:endParaRPr lang="en-US" sz="1350" dirty="0"/>
          </a:p>
        </p:txBody>
      </p:sp>
      <p:sp>
        <p:nvSpPr>
          <p:cNvPr id="90" name="Text 88"/>
          <p:cNvSpPr txBox="1"/>
          <p:nvPr/>
        </p:nvSpPr>
        <p:spPr>
          <a:xfrm>
            <a:off x="6400800" y="571500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GroupPanelVisible: true | false and GroupPanelWidth: 140 in the settings file.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2 · B2 divider tab</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15</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B2 · ASSESSMENT</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B2: the conventional, always-visible choice</a:t>
            </a:r>
            <a:endParaRPr lang="en-US" sz="3200" dirty="0"/>
          </a:p>
        </p:txBody>
      </p:sp>
      <p:sp>
        <p:nvSpPr>
          <p:cNvPr id="6" name="Shape 4"/>
          <p:cNvSpPr/>
          <p:nvPr/>
        </p:nvSpPr>
        <p:spPr>
          <a:xfrm>
            <a:off x="548640" y="1371600"/>
            <a:ext cx="3566160" cy="4480560"/>
          </a:xfrm>
          <a:prstGeom prst="roundRect">
            <a:avLst>
              <a:gd name="adj" fmla="val 2051"/>
            </a:avLst>
          </a:prstGeom>
          <a:solidFill>
            <a:srgbClr val="EEF5F0"/>
          </a:solidFill>
          <a:ln w="9525">
            <a:solidFill>
              <a:srgbClr val="DCD9D2"/>
            </a:solidFill>
            <a:prstDash val="solid"/>
          </a:ln>
        </p:spPr>
      </p:sp>
      <p:sp>
        <p:nvSpPr>
          <p:cNvPr id="7" name="Text 5"/>
          <p:cNvSpPr txBox="1"/>
          <p:nvPr/>
        </p:nvSpPr>
        <p:spPr>
          <a:xfrm>
            <a:off x="777240" y="1508760"/>
            <a:ext cx="2743200" cy="320040"/>
          </a:xfrm>
          <a:prstGeom prst="rect">
            <a:avLst/>
          </a:prstGeom>
          <a:noFill/>
          <a:ln/>
        </p:spPr>
        <p:txBody>
          <a:bodyPr wrap="square" lIns="0" tIns="0" rIns="0" bIns="0" rtlCol="0" anchor="ctr"/>
          <a:lstStyle/>
          <a:p>
            <a:pPr indent="0" marL="0">
              <a:buNone/>
            </a:pPr>
            <a:r>
              <a:rPr lang="en-US" sz="1600" b="1" dirty="0">
                <a:solidFill>
                  <a:srgbClr val="2E7D4F"/>
                </a:solidFill>
                <a:latin typeface="Calibri" pitchFamily="34" charset="0"/>
                <a:ea typeface="Calibri" pitchFamily="34" charset="-122"/>
                <a:cs typeface="Calibri" pitchFamily="34" charset="-120"/>
              </a:rPr>
              <a:t>For</a:t>
            </a:r>
            <a:endParaRPr lang="en-US" sz="1600" dirty="0"/>
          </a:p>
        </p:txBody>
      </p:sp>
      <p:sp>
        <p:nvSpPr>
          <p:cNvPr id="8" name="Text 6"/>
          <p:cNvSpPr txBox="1"/>
          <p:nvPr/>
        </p:nvSpPr>
        <p:spPr>
          <a:xfrm>
            <a:off x="777240" y="192024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Always visible, always in the same place</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Two states; the chevron says which way things move</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Unlocks a wider group tree for long names, which nothing offers today</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Finder, Explorer and IDE users already know it</a:t>
            </a:r>
            <a:endParaRPr lang="en-US" sz="1250" dirty="0"/>
          </a:p>
        </p:txBody>
      </p:sp>
      <p:sp>
        <p:nvSpPr>
          <p:cNvPr id="9" name="Shape 7"/>
          <p:cNvSpPr/>
          <p:nvPr/>
        </p:nvSpPr>
        <p:spPr>
          <a:xfrm>
            <a:off x="4297680" y="1371600"/>
            <a:ext cx="3566160" cy="4480560"/>
          </a:xfrm>
          <a:prstGeom prst="roundRect">
            <a:avLst>
              <a:gd name="adj" fmla="val 2051"/>
            </a:avLst>
          </a:prstGeom>
          <a:solidFill>
            <a:srgbClr val="FBEFEC"/>
          </a:solidFill>
          <a:ln w="9525">
            <a:solidFill>
              <a:srgbClr val="DCD9D2"/>
            </a:solidFill>
            <a:prstDash val="solid"/>
          </a:ln>
        </p:spPr>
      </p:sp>
      <p:sp>
        <p:nvSpPr>
          <p:cNvPr id="10" name="Text 8"/>
          <p:cNvSpPr txBox="1"/>
          <p:nvPr/>
        </p:nvSpPr>
        <p:spPr>
          <a:xfrm>
            <a:off x="4526280" y="1508760"/>
            <a:ext cx="2743200" cy="320040"/>
          </a:xfrm>
          <a:prstGeom prst="rect">
            <a:avLst/>
          </a:prstGeom>
          <a:noFill/>
          <a:ln/>
        </p:spPr>
        <p:txBody>
          <a:bodyPr wrap="square" lIns="0" tIns="0" rIns="0" bIns="0" rtlCol="0" anchor="ctr"/>
          <a:lstStyle/>
          <a:p>
            <a:pPr indent="0" marL="0">
              <a:buNone/>
            </a:pPr>
            <a:r>
              <a:rPr lang="en-US" sz="1600" b="1" dirty="0">
                <a:solidFill>
                  <a:srgbClr val="B42318"/>
                </a:solidFill>
                <a:latin typeface="Calibri" pitchFamily="34" charset="0"/>
                <a:ea typeface="Calibri" pitchFamily="34" charset="-122"/>
                <a:cs typeface="Calibri" pitchFamily="34" charset="-120"/>
              </a:rPr>
              <a:t>Against</a:t>
            </a:r>
            <a:endParaRPr lang="en-US" sz="1600" dirty="0"/>
          </a:p>
        </p:txBody>
      </p:sp>
      <p:sp>
        <p:nvSpPr>
          <p:cNvPr id="11" name="Text 9"/>
          <p:cNvSpPr txBox="1"/>
          <p:nvPr/>
        </p:nvSpPr>
        <p:spPr>
          <a:xfrm>
            <a:off x="4526280" y="192024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Keeps a 6 px divider: canvas gains 134 px, not 140</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Compact-screen width rule must learn about a variable group width</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Small target at mid-height, away from where the mouse usually is</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Hidden means hidden: no peek without expanding</a:t>
            </a:r>
            <a:endParaRPr lang="en-US" sz="1250" dirty="0"/>
          </a:p>
        </p:txBody>
      </p:sp>
      <p:sp>
        <p:nvSpPr>
          <p:cNvPr id="12" name="Shape 10"/>
          <p:cNvSpPr/>
          <p:nvPr/>
        </p:nvSpPr>
        <p:spPr>
          <a:xfrm>
            <a:off x="8046720" y="1371600"/>
            <a:ext cx="3566160" cy="4480560"/>
          </a:xfrm>
          <a:prstGeom prst="roundRect">
            <a:avLst>
              <a:gd name="adj" fmla="val 2051"/>
            </a:avLst>
          </a:prstGeom>
          <a:solidFill>
            <a:srgbClr val="F3F2EF"/>
          </a:solidFill>
          <a:ln w="9525">
            <a:solidFill>
              <a:srgbClr val="DCD9D2"/>
            </a:solidFill>
            <a:prstDash val="solid"/>
          </a:ln>
        </p:spPr>
      </p:sp>
      <p:sp>
        <p:nvSpPr>
          <p:cNvPr id="13" name="Text 11"/>
          <p:cNvSpPr txBox="1"/>
          <p:nvPr/>
        </p:nvSpPr>
        <p:spPr>
          <a:xfrm>
            <a:off x="8275320" y="1508760"/>
            <a:ext cx="3200400" cy="32004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What it takes to build</a:t>
            </a:r>
            <a:endParaRPr lang="en-US" sz="1600" dirty="0"/>
          </a:p>
        </p:txBody>
      </p:sp>
      <p:sp>
        <p:nvSpPr>
          <p:cNvPr id="14" name="Text 12"/>
          <p:cNvSpPr txBox="1"/>
          <p:nvPr/>
        </p:nvSpPr>
        <p:spPr>
          <a:xfrm>
            <a:off x="8275320" y="192024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Enable the existing inner QSplitter handle; allow collapse on the group side</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Tab button parented to the handle, recentered on resize</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Snap-to-collapse on release below 100 px</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Compact-width rule reads the live group width</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Two settings lines, Ctrl+G, translations, RTL</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Effort: small · Risk: low</a:t>
            </a:r>
            <a:endParaRPr lang="en-US" sz="1200" dirty="0"/>
          </a:p>
        </p:txBody>
      </p:sp>
      <p:sp>
        <p:nvSpPr>
          <p:cNvPr id="15" name="Shape 13"/>
          <p:cNvSpPr/>
          <p:nvPr/>
        </p:nvSpPr>
        <p:spPr>
          <a:xfrm>
            <a:off x="548640" y="6035040"/>
            <a:ext cx="1463040" cy="256032"/>
          </a:xfrm>
          <a:prstGeom prst="roundRect">
            <a:avLst>
              <a:gd name="adj" fmla="val 50000"/>
            </a:avLst>
          </a:prstGeom>
          <a:solidFill>
            <a:srgbClr val="2E7D4F">
              <a:alpha val="18000"/>
            </a:srgbClr>
          </a:solidFill>
          <a:ln w="12700">
            <a:solidFill>
              <a:srgbClr val="2E7D4F"/>
            </a:solidFill>
            <a:prstDash val="solid"/>
          </a:ln>
        </p:spPr>
      </p:sp>
      <p:sp>
        <p:nvSpPr>
          <p:cNvPr id="16" name="Text 14"/>
          <p:cNvSpPr txBox="1"/>
          <p:nvPr/>
        </p:nvSpPr>
        <p:spPr>
          <a:xfrm>
            <a:off x="548640" y="6035040"/>
            <a:ext cx="1463040" cy="256032"/>
          </a:xfrm>
          <a:prstGeom prst="rect">
            <a:avLst/>
          </a:prstGeom>
          <a:noFill/>
          <a:ln/>
        </p:spPr>
        <p:txBody>
          <a:bodyPr wrap="square" lIns="0" tIns="0" rIns="0" bIns="0" rtlCol="0" anchor="ctr"/>
          <a:lstStyle/>
          <a:p>
            <a:pPr algn="ctr" indent="0" marL="0">
              <a:buNone/>
            </a:pPr>
            <a:r>
              <a:rPr lang="en-US" sz="1000" b="1" dirty="0">
                <a:solidFill>
                  <a:srgbClr val="2E7D4F"/>
                </a:solidFill>
                <a:latin typeface="Calibri" pitchFamily="34" charset="0"/>
                <a:ea typeface="Calibri" pitchFamily="34" charset="-122"/>
                <a:cs typeface="Calibri" pitchFamily="34" charset="-120"/>
              </a:rPr>
              <a:t>Canvas +134 px</a:t>
            </a:r>
            <a:endParaRPr lang="en-US" sz="1000" dirty="0"/>
          </a:p>
        </p:txBody>
      </p:sp>
      <p:sp>
        <p:nvSpPr>
          <p:cNvPr id="17" name="Shape 15"/>
          <p:cNvSpPr/>
          <p:nvPr/>
        </p:nvSpPr>
        <p:spPr>
          <a:xfrm>
            <a:off x="2148840" y="6035040"/>
            <a:ext cx="1463040" cy="256032"/>
          </a:xfrm>
          <a:prstGeom prst="roundRect">
            <a:avLst>
              <a:gd name="adj" fmla="val 50000"/>
            </a:avLst>
          </a:prstGeom>
          <a:solidFill>
            <a:srgbClr val="2E7D4F">
              <a:alpha val="18000"/>
            </a:srgbClr>
          </a:solidFill>
          <a:ln w="12700">
            <a:solidFill>
              <a:srgbClr val="2E7D4F"/>
            </a:solidFill>
            <a:prstDash val="solid"/>
          </a:ln>
        </p:spPr>
      </p:sp>
      <p:sp>
        <p:nvSpPr>
          <p:cNvPr id="18" name="Text 16"/>
          <p:cNvSpPr txBox="1"/>
          <p:nvPr/>
        </p:nvSpPr>
        <p:spPr>
          <a:xfrm>
            <a:off x="2148840" y="6035040"/>
            <a:ext cx="1463040" cy="256032"/>
          </a:xfrm>
          <a:prstGeom prst="rect">
            <a:avLst/>
          </a:prstGeom>
          <a:noFill/>
          <a:ln/>
        </p:spPr>
        <p:txBody>
          <a:bodyPr wrap="square" lIns="0" tIns="0" rIns="0" bIns="0" rtlCol="0" anchor="ctr"/>
          <a:lstStyle/>
          <a:p>
            <a:pPr algn="ctr" indent="0" marL="0">
              <a:buNone/>
            </a:pPr>
            <a:r>
              <a:rPr lang="en-US" sz="1000" b="1" dirty="0">
                <a:solidFill>
                  <a:srgbClr val="2E7D4F"/>
                </a:solidFill>
                <a:latin typeface="Calibri" pitchFamily="34" charset="0"/>
                <a:ea typeface="Calibri" pitchFamily="34" charset="-122"/>
                <a:cs typeface="Calibri" pitchFamily="34" charset="-120"/>
              </a:rPr>
              <a:t>No hover needed</a:t>
            </a:r>
            <a:endParaRPr lang="en-US" sz="1000" dirty="0"/>
          </a:p>
        </p:txBody>
      </p:sp>
      <p:sp>
        <p:nvSpPr>
          <p:cNvPr id="19" name="Shape 17"/>
          <p:cNvSpPr/>
          <p:nvPr/>
        </p:nvSpPr>
        <p:spPr>
          <a:xfrm>
            <a:off x="3749040" y="6035040"/>
            <a:ext cx="1371600" cy="256032"/>
          </a:xfrm>
          <a:prstGeom prst="roundRect">
            <a:avLst>
              <a:gd name="adj" fmla="val 50000"/>
            </a:avLst>
          </a:prstGeom>
          <a:solidFill>
            <a:srgbClr val="2E7D4F">
              <a:alpha val="18000"/>
            </a:srgbClr>
          </a:solidFill>
          <a:ln w="12700">
            <a:solidFill>
              <a:srgbClr val="2E7D4F"/>
            </a:solidFill>
            <a:prstDash val="solid"/>
          </a:ln>
        </p:spPr>
      </p:sp>
      <p:sp>
        <p:nvSpPr>
          <p:cNvPr id="20" name="Text 18"/>
          <p:cNvSpPr txBox="1"/>
          <p:nvPr/>
        </p:nvSpPr>
        <p:spPr>
          <a:xfrm>
            <a:off x="3749040" y="6035040"/>
            <a:ext cx="1371600" cy="256032"/>
          </a:xfrm>
          <a:prstGeom prst="rect">
            <a:avLst/>
          </a:prstGeom>
          <a:noFill/>
          <a:ln/>
        </p:spPr>
        <p:txBody>
          <a:bodyPr wrap="square" lIns="0" tIns="0" rIns="0" bIns="0" rtlCol="0" anchor="ctr"/>
          <a:lstStyle/>
          <a:p>
            <a:pPr algn="ctr" indent="0" marL="0">
              <a:buNone/>
            </a:pPr>
            <a:r>
              <a:rPr lang="en-US" sz="1000" b="1" dirty="0">
                <a:solidFill>
                  <a:srgbClr val="2E7D4F"/>
                </a:solidFill>
                <a:latin typeface="Calibri" pitchFamily="34" charset="0"/>
                <a:ea typeface="Calibri" pitchFamily="34" charset="-122"/>
                <a:cs typeface="Calibri" pitchFamily="34" charset="-120"/>
              </a:rPr>
              <a:t>Effort small</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1F21"/>
        </a:solidFill>
      </p:bgPr>
    </p:bg>
    <p:spTree>
      <p:nvGrpSpPr>
        <p:cNvPr id="1" name=""/>
        <p:cNvGrpSpPr/>
        <p:nvPr/>
      </p:nvGrpSpPr>
      <p:grpSpPr>
        <a:xfrm>
          <a:off x="0" y="0"/>
          <a:ext cx="0" cy="0"/>
          <a:chOff x="0" y="0"/>
          <a:chExt cx="0" cy="0"/>
        </a:xfrm>
      </p:grpSpPr>
      <p:sp>
        <p:nvSpPr>
          <p:cNvPr id="2" name="Text 0"/>
          <p:cNvSpPr txBox="1"/>
          <p:nvPr/>
        </p:nvSpPr>
        <p:spPr>
          <a:xfrm>
            <a:off x="731520" y="2011680"/>
            <a:ext cx="9144000" cy="274320"/>
          </a:xfrm>
          <a:prstGeom prst="rect">
            <a:avLst/>
          </a:prstGeom>
          <a:noFill/>
          <a:ln/>
        </p:spPr>
        <p:txBody>
          <a:bodyPr wrap="square" lIns="0" tIns="0" rIns="0" bIns="0" rtlCol="0" anchor="ctr"/>
          <a:lstStyle/>
          <a:p>
            <a:pPr indent="0" marL="0">
              <a:buNone/>
            </a:pPr>
            <a:r>
              <a:rPr lang="en-US" sz="1100" b="1" spc="300" kern="0" dirty="0">
                <a:solidFill>
                  <a:srgbClr val="A34D92"/>
                </a:solidFill>
                <a:latin typeface="Calibri" pitchFamily="34" charset="0"/>
                <a:ea typeface="Calibri" pitchFamily="34" charset="-122"/>
                <a:cs typeface="Calibri" pitchFamily="34" charset="-120"/>
              </a:rPr>
              <a:t>CHAPTER 3</a:t>
            </a:r>
            <a:endParaRPr lang="en-US" sz="1100" dirty="0"/>
          </a:p>
        </p:txBody>
      </p:sp>
      <p:sp>
        <p:nvSpPr>
          <p:cNvPr id="3" name="Text 1"/>
          <p:cNvSpPr txBox="1"/>
          <p:nvPr/>
        </p:nvSpPr>
        <p:spPr>
          <a:xfrm>
            <a:off x="731520" y="2377440"/>
            <a:ext cx="10515600" cy="146304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B3 · Collapse to an icon rail</a:t>
            </a:r>
            <a:endParaRPr lang="en-US" sz="4400" dirty="0"/>
          </a:p>
        </p:txBody>
      </p:sp>
      <p:sp>
        <p:nvSpPr>
          <p:cNvPr id="4" name="Text 2"/>
          <p:cNvSpPr txBox="1"/>
          <p:nvPr/>
        </p:nvSpPr>
        <p:spPr>
          <a:xfrm>
            <a:off x="731520" y="3931920"/>
            <a:ext cx="9601200" cy="1097280"/>
          </a:xfrm>
          <a:prstGeom prst="rect">
            <a:avLst/>
          </a:prstGeom>
          <a:noFill/>
          <a:ln/>
        </p:spPr>
        <p:txBody>
          <a:bodyPr wrap="square" lIns="0" tIns="0" rIns="0" bIns="0" rtlCol="0" anchor="t"/>
          <a:lstStyle/>
          <a:p>
            <a:pPr indent="0" marL="0">
              <a:buNone/>
            </a:pPr>
            <a:r>
              <a:rPr lang="en-US" sz="1600" dirty="0">
                <a:solidFill>
                  <a:srgbClr val="CFCBC3"/>
                </a:solidFill>
                <a:latin typeface="Calibri" pitchFamily="34" charset="0"/>
                <a:ea typeface="Calibri" pitchFamily="34" charset="-122"/>
                <a:cs typeface="Calibri" pitchFamily="34" charset="-120"/>
              </a:rPr>
              <a:t>A chevron at the bottom of the group column shrinks it to a 40 px rail: a + tile for Create Group and one tile per group. Groups stay one click away.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3 · B3 icon rail</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B3 · AT A GLANCE</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The control: a chevron that slims the column</a:t>
            </a:r>
            <a:endParaRPr lang="en-US" sz="3200" dirty="0"/>
          </a:p>
        </p:txBody>
      </p:sp>
      <p:sp>
        <p:nvSpPr>
          <p:cNvPr id="6" name="Shape 4"/>
          <p:cNvSpPr/>
          <p:nvPr/>
        </p:nvSpPr>
        <p:spPr>
          <a:xfrm>
            <a:off x="548640" y="1371600"/>
            <a:ext cx="6583680" cy="2753175"/>
          </a:xfrm>
          <a:prstGeom prst="rect">
            <a:avLst/>
          </a:prstGeom>
          <a:solidFill>
            <a:srgbClr val="EBEBEB"/>
          </a:solidFill>
          <a:ln w="9525">
            <a:solidFill>
              <a:srgbClr val="B9B6B0"/>
            </a:solidFill>
            <a:prstDash val="solid"/>
          </a:ln>
        </p:spPr>
      </p:sp>
      <p:sp>
        <p:nvSpPr>
          <p:cNvPr id="7" name="Shape 5"/>
          <p:cNvSpPr/>
          <p:nvPr/>
        </p:nvSpPr>
        <p:spPr>
          <a:xfrm>
            <a:off x="596521" y="1407511"/>
            <a:ext cx="247529" cy="143644"/>
          </a:xfrm>
          <a:prstGeom prst="rect">
            <a:avLst/>
          </a:prstGeom>
          <a:solidFill>
            <a:srgbClr val="D3D3D3"/>
          </a:solidFill>
          <a:ln w="12700">
            <a:solidFill>
              <a:srgbClr val="D3D3D3"/>
            </a:solidFill>
            <a:prstDash val="solid"/>
          </a:ln>
        </p:spPr>
      </p:sp>
      <p:sp>
        <p:nvSpPr>
          <p:cNvPr id="8" name="Shape 6"/>
          <p:cNvSpPr/>
          <p:nvPr/>
        </p:nvSpPr>
        <p:spPr>
          <a:xfrm>
            <a:off x="873976" y="1407511"/>
            <a:ext cx="247529" cy="143644"/>
          </a:xfrm>
          <a:prstGeom prst="rect">
            <a:avLst/>
          </a:prstGeom>
          <a:solidFill>
            <a:srgbClr val="1B9E9E"/>
          </a:solidFill>
          <a:ln w="12700">
            <a:solidFill>
              <a:srgbClr val="1B9E9E"/>
            </a:solidFill>
            <a:prstDash val="solid"/>
          </a:ln>
        </p:spPr>
      </p:sp>
      <p:sp>
        <p:nvSpPr>
          <p:cNvPr id="9" name="Shape 7"/>
          <p:cNvSpPr/>
          <p:nvPr/>
        </p:nvSpPr>
        <p:spPr>
          <a:xfrm>
            <a:off x="1151431" y="1407511"/>
            <a:ext cx="247529" cy="143644"/>
          </a:xfrm>
          <a:prstGeom prst="rect">
            <a:avLst/>
          </a:prstGeom>
          <a:solidFill>
            <a:srgbClr val="F5C400"/>
          </a:solidFill>
          <a:ln w="12700">
            <a:solidFill>
              <a:srgbClr val="F5C400"/>
            </a:solidFill>
            <a:prstDash val="solid"/>
          </a:ln>
        </p:spPr>
      </p:sp>
      <p:sp>
        <p:nvSpPr>
          <p:cNvPr id="10" name="Shape 8"/>
          <p:cNvSpPr/>
          <p:nvPr/>
        </p:nvSpPr>
        <p:spPr>
          <a:xfrm>
            <a:off x="1428887" y="1407511"/>
            <a:ext cx="247529" cy="143644"/>
          </a:xfrm>
          <a:prstGeom prst="rect">
            <a:avLst/>
          </a:prstGeom>
          <a:solidFill>
            <a:srgbClr val="7B4A9E"/>
          </a:solidFill>
          <a:ln w="12700">
            <a:solidFill>
              <a:srgbClr val="7B4A9E"/>
            </a:solidFill>
            <a:prstDash val="solid"/>
          </a:ln>
        </p:spPr>
      </p:sp>
      <p:sp>
        <p:nvSpPr>
          <p:cNvPr id="11" name="Shape 9"/>
          <p:cNvSpPr/>
          <p:nvPr/>
        </p:nvSpPr>
        <p:spPr>
          <a:xfrm>
            <a:off x="1706342" y="1407511"/>
            <a:ext cx="247529" cy="143644"/>
          </a:xfrm>
          <a:prstGeom prst="rect">
            <a:avLst/>
          </a:prstGeom>
          <a:solidFill>
            <a:srgbClr val="E0640E"/>
          </a:solidFill>
          <a:ln w="12700">
            <a:solidFill>
              <a:srgbClr val="E0640E"/>
            </a:solidFill>
            <a:prstDash val="solid"/>
          </a:ln>
        </p:spPr>
      </p:sp>
      <p:sp>
        <p:nvSpPr>
          <p:cNvPr id="12" name="Shape 10"/>
          <p:cNvSpPr/>
          <p:nvPr/>
        </p:nvSpPr>
        <p:spPr>
          <a:xfrm>
            <a:off x="1983797" y="1407511"/>
            <a:ext cx="247529" cy="143644"/>
          </a:xfrm>
          <a:prstGeom prst="rect">
            <a:avLst/>
          </a:prstGeom>
          <a:solidFill>
            <a:srgbClr val="3A8CD8"/>
          </a:solidFill>
          <a:ln w="12700">
            <a:solidFill>
              <a:srgbClr val="3A8CD8"/>
            </a:solidFill>
            <a:prstDash val="solid"/>
          </a:ln>
        </p:spPr>
      </p:sp>
      <p:sp>
        <p:nvSpPr>
          <p:cNvPr id="13" name="Shape 11"/>
          <p:cNvSpPr/>
          <p:nvPr/>
        </p:nvSpPr>
        <p:spPr>
          <a:xfrm>
            <a:off x="2261252" y="1407511"/>
            <a:ext cx="247529" cy="143644"/>
          </a:xfrm>
          <a:prstGeom prst="rect">
            <a:avLst/>
          </a:prstGeom>
          <a:solidFill>
            <a:srgbClr val="E84A46"/>
          </a:solidFill>
          <a:ln w="12700">
            <a:solidFill>
              <a:srgbClr val="E84A46"/>
            </a:solidFill>
            <a:prstDash val="solid"/>
          </a:ln>
        </p:spPr>
      </p:sp>
      <p:sp>
        <p:nvSpPr>
          <p:cNvPr id="14" name="Shape 12"/>
          <p:cNvSpPr/>
          <p:nvPr/>
        </p:nvSpPr>
        <p:spPr>
          <a:xfrm>
            <a:off x="2538707" y="1407511"/>
            <a:ext cx="247529" cy="143644"/>
          </a:xfrm>
          <a:prstGeom prst="rect">
            <a:avLst/>
          </a:prstGeom>
          <a:solidFill>
            <a:srgbClr val="C7A7E8"/>
          </a:solidFill>
          <a:ln w="12700">
            <a:solidFill>
              <a:srgbClr val="C7A7E8"/>
            </a:solidFill>
            <a:prstDash val="solid"/>
          </a:ln>
        </p:spPr>
      </p:sp>
      <p:sp>
        <p:nvSpPr>
          <p:cNvPr id="15" name="Shape 13"/>
          <p:cNvSpPr/>
          <p:nvPr/>
        </p:nvSpPr>
        <p:spPr>
          <a:xfrm>
            <a:off x="2816162" y="1407511"/>
            <a:ext cx="247529" cy="143644"/>
          </a:xfrm>
          <a:prstGeom prst="rect">
            <a:avLst/>
          </a:prstGeom>
          <a:solidFill>
            <a:srgbClr val="F27EAE"/>
          </a:solidFill>
          <a:ln w="12700">
            <a:solidFill>
              <a:srgbClr val="F27EAE"/>
            </a:solidFill>
            <a:prstDash val="solid"/>
          </a:ln>
        </p:spPr>
      </p:sp>
      <p:sp>
        <p:nvSpPr>
          <p:cNvPr id="16" name="Shape 14"/>
          <p:cNvSpPr/>
          <p:nvPr/>
        </p:nvSpPr>
        <p:spPr>
          <a:xfrm>
            <a:off x="3093617" y="1407511"/>
            <a:ext cx="247529" cy="143644"/>
          </a:xfrm>
          <a:prstGeom prst="rect">
            <a:avLst/>
          </a:prstGeom>
          <a:solidFill>
            <a:srgbClr val="B58B7A"/>
          </a:solidFill>
          <a:ln w="12700">
            <a:solidFill>
              <a:srgbClr val="B58B7A"/>
            </a:solidFill>
            <a:prstDash val="solid"/>
          </a:ln>
        </p:spPr>
      </p:sp>
      <p:sp>
        <p:nvSpPr>
          <p:cNvPr id="17" name="Shape 15"/>
          <p:cNvSpPr/>
          <p:nvPr/>
        </p:nvSpPr>
        <p:spPr>
          <a:xfrm>
            <a:off x="3371072" y="1407511"/>
            <a:ext cx="247529" cy="143644"/>
          </a:xfrm>
          <a:prstGeom prst="rect">
            <a:avLst/>
          </a:prstGeom>
          <a:solidFill>
            <a:srgbClr val="A0475F"/>
          </a:solidFill>
          <a:ln w="12700">
            <a:solidFill>
              <a:srgbClr val="A0475F"/>
            </a:solidFill>
            <a:prstDash val="solid"/>
          </a:ln>
        </p:spPr>
      </p:sp>
      <p:sp>
        <p:nvSpPr>
          <p:cNvPr id="18" name="Shape 16"/>
          <p:cNvSpPr/>
          <p:nvPr/>
        </p:nvSpPr>
        <p:spPr>
          <a:xfrm>
            <a:off x="3648527" y="1407511"/>
            <a:ext cx="247529" cy="143644"/>
          </a:xfrm>
          <a:prstGeom prst="rect">
            <a:avLst/>
          </a:prstGeom>
          <a:solidFill>
            <a:srgbClr val="4BB543"/>
          </a:solidFill>
          <a:ln w="12700">
            <a:solidFill>
              <a:srgbClr val="4BB543"/>
            </a:solidFill>
            <a:prstDash val="solid"/>
          </a:ln>
        </p:spPr>
      </p:sp>
      <p:sp>
        <p:nvSpPr>
          <p:cNvPr id="19" name="Shape 17"/>
          <p:cNvSpPr/>
          <p:nvPr/>
        </p:nvSpPr>
        <p:spPr>
          <a:xfrm>
            <a:off x="3925982" y="1407511"/>
            <a:ext cx="247529" cy="143644"/>
          </a:xfrm>
          <a:prstGeom prst="rect">
            <a:avLst/>
          </a:prstGeom>
          <a:solidFill>
            <a:srgbClr val="B8BABB"/>
          </a:solidFill>
          <a:ln w="12700">
            <a:solidFill>
              <a:srgbClr val="B8BABB"/>
            </a:solidFill>
            <a:prstDash val="solid"/>
          </a:ln>
        </p:spPr>
      </p:sp>
      <p:sp>
        <p:nvSpPr>
          <p:cNvPr id="20" name="Shape 18"/>
          <p:cNvSpPr/>
          <p:nvPr/>
        </p:nvSpPr>
        <p:spPr>
          <a:xfrm>
            <a:off x="4203437" y="1407511"/>
            <a:ext cx="247529" cy="143644"/>
          </a:xfrm>
          <a:prstGeom prst="rect">
            <a:avLst/>
          </a:prstGeom>
          <a:solidFill>
            <a:srgbClr val="A34D92"/>
          </a:solidFill>
          <a:ln w="12700">
            <a:solidFill>
              <a:srgbClr val="A34D92"/>
            </a:solidFill>
            <a:prstDash val="solid"/>
          </a:ln>
        </p:spPr>
      </p:sp>
      <p:sp>
        <p:nvSpPr>
          <p:cNvPr id="21" name="Shape 19"/>
          <p:cNvSpPr/>
          <p:nvPr/>
        </p:nvSpPr>
        <p:spPr>
          <a:xfrm>
            <a:off x="4534759" y="1407511"/>
            <a:ext cx="299258" cy="143644"/>
          </a:xfrm>
          <a:prstGeom prst="rect">
            <a:avLst/>
          </a:prstGeom>
          <a:solidFill>
            <a:srgbClr val="F5C400"/>
          </a:solidFill>
          <a:ln w="12700">
            <a:solidFill>
              <a:srgbClr val="F5C400"/>
            </a:solidFill>
            <a:prstDash val="solid"/>
          </a:ln>
        </p:spPr>
      </p:sp>
      <p:sp>
        <p:nvSpPr>
          <p:cNvPr id="22" name="Shape 20"/>
          <p:cNvSpPr/>
          <p:nvPr/>
        </p:nvSpPr>
        <p:spPr>
          <a:xfrm>
            <a:off x="4857958" y="1407511"/>
            <a:ext cx="143644" cy="143644"/>
          </a:xfrm>
          <a:prstGeom prst="rect">
            <a:avLst/>
          </a:prstGeom>
          <a:solidFill>
            <a:srgbClr val="D0D0D0"/>
          </a:solidFill>
          <a:ln w="12700">
            <a:solidFill>
              <a:srgbClr val="D0D0D0"/>
            </a:solidFill>
            <a:prstDash val="solid"/>
          </a:ln>
        </p:spPr>
      </p:sp>
      <p:sp>
        <p:nvSpPr>
          <p:cNvPr id="23" name="Shape 21"/>
          <p:cNvSpPr/>
          <p:nvPr/>
        </p:nvSpPr>
        <p:spPr>
          <a:xfrm>
            <a:off x="716225" y="1587066"/>
            <a:ext cx="5985" cy="2537709"/>
          </a:xfrm>
          <a:prstGeom prst="rect">
            <a:avLst/>
          </a:prstGeom>
          <a:solidFill>
            <a:srgbClr val="DADADA"/>
          </a:solidFill>
          <a:ln w="12700">
            <a:solidFill>
              <a:srgbClr val="DADADA"/>
            </a:solidFill>
            <a:prstDash val="solid"/>
          </a:ln>
        </p:spPr>
      </p:sp>
      <p:sp>
        <p:nvSpPr>
          <p:cNvPr id="24" name="Shape 22"/>
          <p:cNvSpPr/>
          <p:nvPr/>
        </p:nvSpPr>
        <p:spPr>
          <a:xfrm>
            <a:off x="1051394" y="1587066"/>
            <a:ext cx="5985" cy="2537709"/>
          </a:xfrm>
          <a:prstGeom prst="rect">
            <a:avLst/>
          </a:prstGeom>
          <a:solidFill>
            <a:srgbClr val="DADADA"/>
          </a:solidFill>
          <a:ln w="12700">
            <a:solidFill>
              <a:srgbClr val="DADADA"/>
            </a:solidFill>
            <a:prstDash val="solid"/>
          </a:ln>
        </p:spPr>
      </p:sp>
      <p:sp>
        <p:nvSpPr>
          <p:cNvPr id="25" name="Shape 23"/>
          <p:cNvSpPr/>
          <p:nvPr/>
        </p:nvSpPr>
        <p:spPr>
          <a:xfrm>
            <a:off x="1386563" y="1587066"/>
            <a:ext cx="5985" cy="2537709"/>
          </a:xfrm>
          <a:prstGeom prst="rect">
            <a:avLst/>
          </a:prstGeom>
          <a:solidFill>
            <a:srgbClr val="DADADA"/>
          </a:solidFill>
          <a:ln w="12700">
            <a:solidFill>
              <a:srgbClr val="DADADA"/>
            </a:solidFill>
            <a:prstDash val="solid"/>
          </a:ln>
        </p:spPr>
      </p:sp>
      <p:sp>
        <p:nvSpPr>
          <p:cNvPr id="26" name="Shape 24"/>
          <p:cNvSpPr/>
          <p:nvPr/>
        </p:nvSpPr>
        <p:spPr>
          <a:xfrm>
            <a:off x="1721732" y="1587066"/>
            <a:ext cx="5985" cy="2537709"/>
          </a:xfrm>
          <a:prstGeom prst="rect">
            <a:avLst/>
          </a:prstGeom>
          <a:solidFill>
            <a:srgbClr val="DADADA"/>
          </a:solidFill>
          <a:ln w="12700">
            <a:solidFill>
              <a:srgbClr val="DADADA"/>
            </a:solidFill>
            <a:prstDash val="solid"/>
          </a:ln>
        </p:spPr>
      </p:sp>
      <p:sp>
        <p:nvSpPr>
          <p:cNvPr id="27" name="Shape 25"/>
          <p:cNvSpPr/>
          <p:nvPr/>
        </p:nvSpPr>
        <p:spPr>
          <a:xfrm>
            <a:off x="2056901" y="1587066"/>
            <a:ext cx="5985" cy="2537709"/>
          </a:xfrm>
          <a:prstGeom prst="rect">
            <a:avLst/>
          </a:prstGeom>
          <a:solidFill>
            <a:srgbClr val="DADADA"/>
          </a:solidFill>
          <a:ln w="12700">
            <a:solidFill>
              <a:srgbClr val="DADADA"/>
            </a:solidFill>
            <a:prstDash val="solid"/>
          </a:ln>
        </p:spPr>
      </p:sp>
      <p:sp>
        <p:nvSpPr>
          <p:cNvPr id="28" name="Shape 26"/>
          <p:cNvSpPr/>
          <p:nvPr/>
        </p:nvSpPr>
        <p:spPr>
          <a:xfrm>
            <a:off x="2392070" y="1587066"/>
            <a:ext cx="5985" cy="2537709"/>
          </a:xfrm>
          <a:prstGeom prst="rect">
            <a:avLst/>
          </a:prstGeom>
          <a:solidFill>
            <a:srgbClr val="DADADA"/>
          </a:solidFill>
          <a:ln w="12700">
            <a:solidFill>
              <a:srgbClr val="DADADA"/>
            </a:solidFill>
            <a:prstDash val="solid"/>
          </a:ln>
        </p:spPr>
      </p:sp>
      <p:sp>
        <p:nvSpPr>
          <p:cNvPr id="29" name="Shape 27"/>
          <p:cNvSpPr/>
          <p:nvPr/>
        </p:nvSpPr>
        <p:spPr>
          <a:xfrm>
            <a:off x="2727240" y="1587066"/>
            <a:ext cx="5985" cy="2537709"/>
          </a:xfrm>
          <a:prstGeom prst="rect">
            <a:avLst/>
          </a:prstGeom>
          <a:solidFill>
            <a:srgbClr val="DADADA"/>
          </a:solidFill>
          <a:ln w="12700">
            <a:solidFill>
              <a:srgbClr val="DADADA"/>
            </a:solidFill>
            <a:prstDash val="solid"/>
          </a:ln>
        </p:spPr>
      </p:sp>
      <p:sp>
        <p:nvSpPr>
          <p:cNvPr id="30" name="Shape 28"/>
          <p:cNvSpPr/>
          <p:nvPr/>
        </p:nvSpPr>
        <p:spPr>
          <a:xfrm>
            <a:off x="3062409" y="1587066"/>
            <a:ext cx="5985" cy="2537709"/>
          </a:xfrm>
          <a:prstGeom prst="rect">
            <a:avLst/>
          </a:prstGeom>
          <a:solidFill>
            <a:srgbClr val="DADADA"/>
          </a:solidFill>
          <a:ln w="12700">
            <a:solidFill>
              <a:srgbClr val="DADADA"/>
            </a:solidFill>
            <a:prstDash val="solid"/>
          </a:ln>
        </p:spPr>
      </p:sp>
      <p:sp>
        <p:nvSpPr>
          <p:cNvPr id="31" name="Shape 29"/>
          <p:cNvSpPr/>
          <p:nvPr/>
        </p:nvSpPr>
        <p:spPr>
          <a:xfrm>
            <a:off x="3397578" y="1587066"/>
            <a:ext cx="5985" cy="2537709"/>
          </a:xfrm>
          <a:prstGeom prst="rect">
            <a:avLst/>
          </a:prstGeom>
          <a:solidFill>
            <a:srgbClr val="DADADA"/>
          </a:solidFill>
          <a:ln w="12700">
            <a:solidFill>
              <a:srgbClr val="DADADA"/>
            </a:solidFill>
            <a:prstDash val="solid"/>
          </a:ln>
        </p:spPr>
      </p:sp>
      <p:sp>
        <p:nvSpPr>
          <p:cNvPr id="32" name="Shape 30"/>
          <p:cNvSpPr/>
          <p:nvPr/>
        </p:nvSpPr>
        <p:spPr>
          <a:xfrm>
            <a:off x="3732747" y="1587066"/>
            <a:ext cx="5985" cy="2537709"/>
          </a:xfrm>
          <a:prstGeom prst="rect">
            <a:avLst/>
          </a:prstGeom>
          <a:solidFill>
            <a:srgbClr val="DADADA"/>
          </a:solidFill>
          <a:ln w="12700">
            <a:solidFill>
              <a:srgbClr val="DADADA"/>
            </a:solidFill>
            <a:prstDash val="solid"/>
          </a:ln>
        </p:spPr>
      </p:sp>
      <p:sp>
        <p:nvSpPr>
          <p:cNvPr id="33" name="Shape 31"/>
          <p:cNvSpPr/>
          <p:nvPr/>
        </p:nvSpPr>
        <p:spPr>
          <a:xfrm>
            <a:off x="4067916" y="1587066"/>
            <a:ext cx="5985" cy="2537709"/>
          </a:xfrm>
          <a:prstGeom prst="rect">
            <a:avLst/>
          </a:prstGeom>
          <a:solidFill>
            <a:srgbClr val="DADADA"/>
          </a:solidFill>
          <a:ln w="12700">
            <a:solidFill>
              <a:srgbClr val="DADADA"/>
            </a:solidFill>
            <a:prstDash val="solid"/>
          </a:ln>
        </p:spPr>
      </p:sp>
      <p:sp>
        <p:nvSpPr>
          <p:cNvPr id="34" name="Shape 32"/>
          <p:cNvSpPr/>
          <p:nvPr/>
        </p:nvSpPr>
        <p:spPr>
          <a:xfrm>
            <a:off x="4403085" y="1587066"/>
            <a:ext cx="5985" cy="2537709"/>
          </a:xfrm>
          <a:prstGeom prst="rect">
            <a:avLst/>
          </a:prstGeom>
          <a:solidFill>
            <a:srgbClr val="DADADA"/>
          </a:solidFill>
          <a:ln w="12700">
            <a:solidFill>
              <a:srgbClr val="DADADA"/>
            </a:solidFill>
            <a:prstDash val="solid"/>
          </a:ln>
        </p:spPr>
      </p:sp>
      <p:sp>
        <p:nvSpPr>
          <p:cNvPr id="35" name="Shape 33"/>
          <p:cNvSpPr/>
          <p:nvPr/>
        </p:nvSpPr>
        <p:spPr>
          <a:xfrm>
            <a:off x="4738255" y="1587066"/>
            <a:ext cx="5985" cy="2537709"/>
          </a:xfrm>
          <a:prstGeom prst="rect">
            <a:avLst/>
          </a:prstGeom>
          <a:solidFill>
            <a:srgbClr val="DADADA"/>
          </a:solidFill>
          <a:ln w="12700">
            <a:solidFill>
              <a:srgbClr val="DADADA"/>
            </a:solidFill>
            <a:prstDash val="solid"/>
          </a:ln>
        </p:spPr>
      </p:sp>
      <p:sp>
        <p:nvSpPr>
          <p:cNvPr id="36" name="Shape 34"/>
          <p:cNvSpPr/>
          <p:nvPr/>
        </p:nvSpPr>
        <p:spPr>
          <a:xfrm>
            <a:off x="548640" y="1754650"/>
            <a:ext cx="4488873" cy="5985"/>
          </a:xfrm>
          <a:prstGeom prst="rect">
            <a:avLst/>
          </a:prstGeom>
          <a:solidFill>
            <a:srgbClr val="DADADA"/>
          </a:solidFill>
          <a:ln w="12700">
            <a:solidFill>
              <a:srgbClr val="DADADA"/>
            </a:solidFill>
            <a:prstDash val="solid"/>
          </a:ln>
        </p:spPr>
      </p:sp>
      <p:sp>
        <p:nvSpPr>
          <p:cNvPr id="37" name="Shape 35"/>
          <p:cNvSpPr/>
          <p:nvPr/>
        </p:nvSpPr>
        <p:spPr>
          <a:xfrm>
            <a:off x="548640" y="2089820"/>
            <a:ext cx="4488873" cy="5985"/>
          </a:xfrm>
          <a:prstGeom prst="rect">
            <a:avLst/>
          </a:prstGeom>
          <a:solidFill>
            <a:srgbClr val="DADADA"/>
          </a:solidFill>
          <a:ln w="12700">
            <a:solidFill>
              <a:srgbClr val="DADADA"/>
            </a:solidFill>
            <a:prstDash val="solid"/>
          </a:ln>
        </p:spPr>
      </p:sp>
      <p:sp>
        <p:nvSpPr>
          <p:cNvPr id="38" name="Shape 36"/>
          <p:cNvSpPr/>
          <p:nvPr/>
        </p:nvSpPr>
        <p:spPr>
          <a:xfrm>
            <a:off x="548640" y="2424989"/>
            <a:ext cx="4488873" cy="5985"/>
          </a:xfrm>
          <a:prstGeom prst="rect">
            <a:avLst/>
          </a:prstGeom>
          <a:solidFill>
            <a:srgbClr val="DADADA"/>
          </a:solidFill>
          <a:ln w="12700">
            <a:solidFill>
              <a:srgbClr val="DADADA"/>
            </a:solidFill>
            <a:prstDash val="solid"/>
          </a:ln>
        </p:spPr>
      </p:sp>
      <p:sp>
        <p:nvSpPr>
          <p:cNvPr id="39" name="Shape 37"/>
          <p:cNvSpPr/>
          <p:nvPr/>
        </p:nvSpPr>
        <p:spPr>
          <a:xfrm>
            <a:off x="548640" y="2760158"/>
            <a:ext cx="4488873" cy="5985"/>
          </a:xfrm>
          <a:prstGeom prst="rect">
            <a:avLst/>
          </a:prstGeom>
          <a:solidFill>
            <a:srgbClr val="DADADA"/>
          </a:solidFill>
          <a:ln w="12700">
            <a:solidFill>
              <a:srgbClr val="DADADA"/>
            </a:solidFill>
            <a:prstDash val="solid"/>
          </a:ln>
        </p:spPr>
      </p:sp>
      <p:sp>
        <p:nvSpPr>
          <p:cNvPr id="40" name="Shape 38"/>
          <p:cNvSpPr/>
          <p:nvPr/>
        </p:nvSpPr>
        <p:spPr>
          <a:xfrm>
            <a:off x="548640" y="3095327"/>
            <a:ext cx="4488873" cy="5985"/>
          </a:xfrm>
          <a:prstGeom prst="rect">
            <a:avLst/>
          </a:prstGeom>
          <a:solidFill>
            <a:srgbClr val="DADADA"/>
          </a:solidFill>
          <a:ln w="12700">
            <a:solidFill>
              <a:srgbClr val="DADADA"/>
            </a:solidFill>
            <a:prstDash val="solid"/>
          </a:ln>
        </p:spPr>
      </p:sp>
      <p:sp>
        <p:nvSpPr>
          <p:cNvPr id="41" name="Shape 39"/>
          <p:cNvSpPr/>
          <p:nvPr/>
        </p:nvSpPr>
        <p:spPr>
          <a:xfrm>
            <a:off x="548640" y="3430496"/>
            <a:ext cx="4488873" cy="5985"/>
          </a:xfrm>
          <a:prstGeom prst="rect">
            <a:avLst/>
          </a:prstGeom>
          <a:solidFill>
            <a:srgbClr val="DADADA"/>
          </a:solidFill>
          <a:ln w="12700">
            <a:solidFill>
              <a:srgbClr val="DADADA"/>
            </a:solidFill>
            <a:prstDash val="solid"/>
          </a:ln>
        </p:spPr>
      </p:sp>
      <p:sp>
        <p:nvSpPr>
          <p:cNvPr id="42" name="Shape 40"/>
          <p:cNvSpPr/>
          <p:nvPr/>
        </p:nvSpPr>
        <p:spPr>
          <a:xfrm>
            <a:off x="548640" y="3765665"/>
            <a:ext cx="4488873" cy="5985"/>
          </a:xfrm>
          <a:prstGeom prst="rect">
            <a:avLst/>
          </a:prstGeom>
          <a:solidFill>
            <a:srgbClr val="DADADA"/>
          </a:solidFill>
          <a:ln w="12700">
            <a:solidFill>
              <a:srgbClr val="DADADA"/>
            </a:solidFill>
            <a:prstDash val="solid"/>
          </a:ln>
        </p:spPr>
      </p:sp>
      <p:sp>
        <p:nvSpPr>
          <p:cNvPr id="43" name="Shape 41"/>
          <p:cNvSpPr/>
          <p:nvPr/>
        </p:nvSpPr>
        <p:spPr>
          <a:xfrm>
            <a:off x="548640" y="4100835"/>
            <a:ext cx="4488873" cy="5985"/>
          </a:xfrm>
          <a:prstGeom prst="rect">
            <a:avLst/>
          </a:prstGeom>
          <a:solidFill>
            <a:srgbClr val="DADADA"/>
          </a:solidFill>
          <a:ln w="12700">
            <a:solidFill>
              <a:srgbClr val="DADADA"/>
            </a:solidFill>
            <a:prstDash val="solid"/>
          </a:ln>
        </p:spPr>
      </p:sp>
      <p:sp>
        <p:nvSpPr>
          <p:cNvPr id="44" name="Shape 42"/>
          <p:cNvSpPr/>
          <p:nvPr/>
        </p:nvSpPr>
        <p:spPr>
          <a:xfrm>
            <a:off x="5037513" y="1371600"/>
            <a:ext cx="2094807" cy="2753175"/>
          </a:xfrm>
          <a:prstGeom prst="rect">
            <a:avLst/>
          </a:prstGeom>
          <a:solidFill>
            <a:srgbClr val="ECECEC"/>
          </a:solidFill>
          <a:ln w="6350">
            <a:solidFill>
              <a:srgbClr val="D2D0CB"/>
            </a:solidFill>
            <a:prstDash val="solid"/>
          </a:ln>
        </p:spPr>
      </p:sp>
      <p:sp>
        <p:nvSpPr>
          <p:cNvPr id="45" name="Shape 43"/>
          <p:cNvSpPr/>
          <p:nvPr/>
        </p:nvSpPr>
        <p:spPr>
          <a:xfrm>
            <a:off x="5396623" y="1431452"/>
            <a:ext cx="155614" cy="155614"/>
          </a:xfrm>
          <a:prstGeom prst="ellipse">
            <a:avLst/>
          </a:prstGeom>
          <a:solidFill>
            <a:srgbClr val="8E44E0"/>
          </a:solidFill>
          <a:ln w="12700">
            <a:solidFill>
              <a:srgbClr val="8E44E0"/>
            </a:solidFill>
            <a:prstDash val="solid"/>
          </a:ln>
        </p:spPr>
      </p:sp>
      <p:sp>
        <p:nvSpPr>
          <p:cNvPr id="46" name="Shape 44"/>
          <p:cNvSpPr/>
          <p:nvPr/>
        </p:nvSpPr>
        <p:spPr>
          <a:xfrm>
            <a:off x="5588148" y="1431452"/>
            <a:ext cx="155614" cy="155614"/>
          </a:xfrm>
          <a:prstGeom prst="ellipse">
            <a:avLst/>
          </a:prstGeom>
          <a:solidFill>
            <a:srgbClr val="7A7A7A"/>
          </a:solidFill>
          <a:ln w="12700">
            <a:solidFill>
              <a:srgbClr val="7A7A7A"/>
            </a:solidFill>
            <a:prstDash val="solid"/>
          </a:ln>
        </p:spPr>
      </p:sp>
      <p:sp>
        <p:nvSpPr>
          <p:cNvPr id="47" name="Shape 45"/>
          <p:cNvSpPr/>
          <p:nvPr/>
        </p:nvSpPr>
        <p:spPr>
          <a:xfrm>
            <a:off x="5779673" y="1431452"/>
            <a:ext cx="155614" cy="155614"/>
          </a:xfrm>
          <a:prstGeom prst="ellipse">
            <a:avLst/>
          </a:prstGeom>
          <a:solidFill>
            <a:srgbClr val="7A7A7A"/>
          </a:solidFill>
          <a:ln w="12700">
            <a:solidFill>
              <a:srgbClr val="7A7A7A"/>
            </a:solidFill>
            <a:prstDash val="solid"/>
          </a:ln>
        </p:spPr>
      </p:sp>
      <p:sp>
        <p:nvSpPr>
          <p:cNvPr id="48" name="Shape 46"/>
          <p:cNvSpPr/>
          <p:nvPr/>
        </p:nvSpPr>
        <p:spPr>
          <a:xfrm>
            <a:off x="5396623" y="1622977"/>
            <a:ext cx="155614" cy="155614"/>
          </a:xfrm>
          <a:prstGeom prst="ellipse">
            <a:avLst/>
          </a:prstGeom>
          <a:solidFill>
            <a:srgbClr val="F5C400"/>
          </a:solidFill>
          <a:ln w="12700">
            <a:solidFill>
              <a:srgbClr val="F5C400"/>
            </a:solidFill>
            <a:prstDash val="solid"/>
          </a:ln>
        </p:spPr>
      </p:sp>
      <p:sp>
        <p:nvSpPr>
          <p:cNvPr id="49" name="Shape 47"/>
          <p:cNvSpPr/>
          <p:nvPr/>
        </p:nvSpPr>
        <p:spPr>
          <a:xfrm>
            <a:off x="5588148" y="1622977"/>
            <a:ext cx="155614" cy="155614"/>
          </a:xfrm>
          <a:prstGeom prst="ellipse">
            <a:avLst/>
          </a:prstGeom>
          <a:solidFill>
            <a:srgbClr val="F5C400"/>
          </a:solidFill>
          <a:ln w="12700">
            <a:solidFill>
              <a:srgbClr val="F5C400"/>
            </a:solidFill>
            <a:prstDash val="solid"/>
          </a:ln>
        </p:spPr>
      </p:sp>
      <p:sp>
        <p:nvSpPr>
          <p:cNvPr id="50" name="Shape 48"/>
          <p:cNvSpPr/>
          <p:nvPr/>
        </p:nvSpPr>
        <p:spPr>
          <a:xfrm>
            <a:off x="5779673" y="1622977"/>
            <a:ext cx="155614" cy="155614"/>
          </a:xfrm>
          <a:prstGeom prst="ellipse">
            <a:avLst/>
          </a:prstGeom>
          <a:solidFill>
            <a:srgbClr val="8B0000"/>
          </a:solidFill>
          <a:ln w="12700">
            <a:solidFill>
              <a:srgbClr val="8B0000"/>
            </a:solidFill>
            <a:prstDash val="solid"/>
          </a:ln>
        </p:spPr>
      </p:sp>
      <p:sp>
        <p:nvSpPr>
          <p:cNvPr id="51" name="Shape 49"/>
          <p:cNvSpPr/>
          <p:nvPr/>
        </p:nvSpPr>
        <p:spPr>
          <a:xfrm>
            <a:off x="5396623" y="1814502"/>
            <a:ext cx="155614" cy="155614"/>
          </a:xfrm>
          <a:prstGeom prst="ellipse">
            <a:avLst/>
          </a:prstGeom>
          <a:solidFill>
            <a:srgbClr val="2FB94A"/>
          </a:solidFill>
          <a:ln w="12700">
            <a:solidFill>
              <a:srgbClr val="2FB94A"/>
            </a:solidFill>
            <a:prstDash val="solid"/>
          </a:ln>
        </p:spPr>
      </p:sp>
      <p:sp>
        <p:nvSpPr>
          <p:cNvPr id="52" name="Shape 50"/>
          <p:cNvSpPr/>
          <p:nvPr/>
        </p:nvSpPr>
        <p:spPr>
          <a:xfrm>
            <a:off x="5588148" y="1814502"/>
            <a:ext cx="155614" cy="155614"/>
          </a:xfrm>
          <a:prstGeom prst="ellipse">
            <a:avLst/>
          </a:prstGeom>
          <a:solidFill>
            <a:srgbClr val="C9A07A"/>
          </a:solidFill>
          <a:ln w="12700">
            <a:solidFill>
              <a:srgbClr val="C9A07A"/>
            </a:solidFill>
            <a:prstDash val="solid"/>
          </a:ln>
        </p:spPr>
      </p:sp>
      <p:sp>
        <p:nvSpPr>
          <p:cNvPr id="53" name="Shape 51"/>
          <p:cNvSpPr/>
          <p:nvPr/>
        </p:nvSpPr>
        <p:spPr>
          <a:xfrm>
            <a:off x="5779673" y="1814502"/>
            <a:ext cx="155614" cy="155614"/>
          </a:xfrm>
          <a:prstGeom prst="ellipse">
            <a:avLst/>
          </a:prstGeom>
          <a:solidFill>
            <a:srgbClr val="C9A07A"/>
          </a:solidFill>
          <a:ln w="12700">
            <a:solidFill>
              <a:srgbClr val="C9A07A"/>
            </a:solidFill>
            <a:prstDash val="solid"/>
          </a:ln>
        </p:spPr>
      </p:sp>
      <p:sp>
        <p:nvSpPr>
          <p:cNvPr id="54" name="Shape 52"/>
          <p:cNvSpPr/>
          <p:nvPr/>
        </p:nvSpPr>
        <p:spPr>
          <a:xfrm>
            <a:off x="5306845" y="3167149"/>
            <a:ext cx="718220" cy="161599"/>
          </a:xfrm>
          <a:prstGeom prst="rect">
            <a:avLst/>
          </a:prstGeom>
          <a:solidFill>
            <a:srgbClr val="8E7A9E"/>
          </a:solidFill>
          <a:ln w="12700">
            <a:solidFill>
              <a:srgbClr val="8E7A9E"/>
            </a:solidFill>
            <a:prstDash val="solid"/>
          </a:ln>
        </p:spPr>
      </p:sp>
      <p:sp>
        <p:nvSpPr>
          <p:cNvPr id="55" name="Shape 53"/>
          <p:cNvSpPr/>
          <p:nvPr/>
        </p:nvSpPr>
        <p:spPr>
          <a:xfrm>
            <a:off x="6031050" y="3179119"/>
            <a:ext cx="23941" cy="137659"/>
          </a:xfrm>
          <a:prstGeom prst="rect">
            <a:avLst/>
          </a:prstGeom>
          <a:solidFill>
            <a:srgbClr val="2FB94A"/>
          </a:solidFill>
          <a:ln w="12700">
            <a:solidFill>
              <a:srgbClr val="2FB94A"/>
            </a:solidFill>
            <a:prstDash val="solid"/>
          </a:ln>
        </p:spPr>
      </p:sp>
      <p:sp>
        <p:nvSpPr>
          <p:cNvPr id="56" name="Shape 54"/>
          <p:cNvSpPr/>
          <p:nvPr/>
        </p:nvSpPr>
        <p:spPr>
          <a:xfrm>
            <a:off x="5306845" y="3352689"/>
            <a:ext cx="718220" cy="161599"/>
          </a:xfrm>
          <a:prstGeom prst="rect">
            <a:avLst/>
          </a:prstGeom>
          <a:solidFill>
            <a:srgbClr val="C9A7E6"/>
          </a:solidFill>
          <a:ln w="12700">
            <a:solidFill>
              <a:srgbClr val="C9A7E6"/>
            </a:solidFill>
            <a:prstDash val="solid"/>
          </a:ln>
        </p:spPr>
      </p:sp>
      <p:sp>
        <p:nvSpPr>
          <p:cNvPr id="57" name="Shape 55"/>
          <p:cNvSpPr/>
          <p:nvPr/>
        </p:nvSpPr>
        <p:spPr>
          <a:xfrm>
            <a:off x="6031050" y="3364659"/>
            <a:ext cx="23941" cy="137659"/>
          </a:xfrm>
          <a:prstGeom prst="rect">
            <a:avLst/>
          </a:prstGeom>
          <a:solidFill>
            <a:srgbClr val="2FB94A"/>
          </a:solidFill>
          <a:ln w="12700">
            <a:solidFill>
              <a:srgbClr val="2FB94A"/>
            </a:solidFill>
            <a:prstDash val="solid"/>
          </a:ln>
        </p:spPr>
      </p:sp>
      <p:sp>
        <p:nvSpPr>
          <p:cNvPr id="58" name="Shape 56"/>
          <p:cNvSpPr/>
          <p:nvPr/>
        </p:nvSpPr>
        <p:spPr>
          <a:xfrm>
            <a:off x="5073424" y="3562170"/>
            <a:ext cx="1185062" cy="74815"/>
          </a:xfrm>
          <a:prstGeom prst="rect">
            <a:avLst/>
          </a:prstGeom>
          <a:solidFill>
            <a:srgbClr val="E68FE0"/>
          </a:solidFill>
          <a:ln w="12700">
            <a:solidFill>
              <a:srgbClr val="E68FE0"/>
            </a:solidFill>
            <a:prstDash val="solid"/>
          </a:ln>
        </p:spPr>
      </p:sp>
      <p:sp>
        <p:nvSpPr>
          <p:cNvPr id="59" name="Shape 57"/>
          <p:cNvSpPr/>
          <p:nvPr/>
        </p:nvSpPr>
        <p:spPr>
          <a:xfrm>
            <a:off x="5073424" y="3654940"/>
            <a:ext cx="1185062" cy="74815"/>
          </a:xfrm>
          <a:prstGeom prst="rect">
            <a:avLst/>
          </a:prstGeom>
          <a:solidFill>
            <a:srgbClr val="FFA500"/>
          </a:solidFill>
          <a:ln w="12700">
            <a:solidFill>
              <a:srgbClr val="FFA500"/>
            </a:solidFill>
            <a:prstDash val="solid"/>
          </a:ln>
        </p:spPr>
      </p:sp>
      <p:sp>
        <p:nvSpPr>
          <p:cNvPr id="60" name="Shape 58"/>
          <p:cNvSpPr/>
          <p:nvPr/>
        </p:nvSpPr>
        <p:spPr>
          <a:xfrm>
            <a:off x="5073424" y="3747710"/>
            <a:ext cx="1185062" cy="74815"/>
          </a:xfrm>
          <a:prstGeom prst="rect">
            <a:avLst/>
          </a:prstGeom>
          <a:solidFill>
            <a:srgbClr val="90EE90"/>
          </a:solidFill>
          <a:ln w="12700">
            <a:solidFill>
              <a:srgbClr val="90EE90"/>
            </a:solidFill>
            <a:prstDash val="solid"/>
          </a:ln>
        </p:spPr>
      </p:sp>
      <p:sp>
        <p:nvSpPr>
          <p:cNvPr id="61" name="Shape 59"/>
          <p:cNvSpPr/>
          <p:nvPr/>
        </p:nvSpPr>
        <p:spPr>
          <a:xfrm>
            <a:off x="5073424" y="3840480"/>
            <a:ext cx="1185062" cy="74815"/>
          </a:xfrm>
          <a:prstGeom prst="rect">
            <a:avLst/>
          </a:prstGeom>
          <a:solidFill>
            <a:srgbClr val="FF6B6B"/>
          </a:solidFill>
          <a:ln w="12700">
            <a:solidFill>
              <a:srgbClr val="FF6B6B"/>
            </a:solidFill>
            <a:prstDash val="solid"/>
          </a:ln>
        </p:spPr>
      </p:sp>
      <p:sp>
        <p:nvSpPr>
          <p:cNvPr id="62" name="Shape 60"/>
          <p:cNvSpPr/>
          <p:nvPr/>
        </p:nvSpPr>
        <p:spPr>
          <a:xfrm>
            <a:off x="5073424" y="3933250"/>
            <a:ext cx="1185062" cy="74815"/>
          </a:xfrm>
          <a:prstGeom prst="rect">
            <a:avLst/>
          </a:prstGeom>
          <a:solidFill>
            <a:srgbClr val="7FB2E5"/>
          </a:solidFill>
          <a:ln w="12700">
            <a:solidFill>
              <a:srgbClr val="7FB2E5"/>
            </a:solidFill>
            <a:prstDash val="solid"/>
          </a:ln>
        </p:spPr>
      </p:sp>
      <p:sp>
        <p:nvSpPr>
          <p:cNvPr id="63" name="Shape 61"/>
          <p:cNvSpPr/>
          <p:nvPr/>
        </p:nvSpPr>
        <p:spPr>
          <a:xfrm>
            <a:off x="5073424" y="4026020"/>
            <a:ext cx="1185062" cy="74815"/>
          </a:xfrm>
          <a:prstGeom prst="rect">
            <a:avLst/>
          </a:prstGeom>
          <a:solidFill>
            <a:srgbClr val="B0B0B0"/>
          </a:solidFill>
          <a:ln w="12700">
            <a:solidFill>
              <a:srgbClr val="B0B0B0"/>
            </a:solidFill>
            <a:prstDash val="solid"/>
          </a:ln>
        </p:spPr>
      </p:sp>
      <p:sp>
        <p:nvSpPr>
          <p:cNvPr id="64" name="Shape 62"/>
          <p:cNvSpPr/>
          <p:nvPr/>
        </p:nvSpPr>
        <p:spPr>
          <a:xfrm>
            <a:off x="6330308" y="1419481"/>
            <a:ext cx="766101" cy="239407"/>
          </a:xfrm>
          <a:prstGeom prst="rect">
            <a:avLst/>
          </a:prstGeom>
          <a:solidFill>
            <a:srgbClr val="F4F4F4"/>
          </a:solidFill>
          <a:ln w="12700">
            <a:solidFill>
              <a:srgbClr val="000000"/>
            </a:solidFill>
            <a:prstDash val="solid"/>
          </a:ln>
        </p:spPr>
      </p:sp>
      <p:sp>
        <p:nvSpPr>
          <p:cNvPr id="65" name="Text 63"/>
          <p:cNvSpPr txBox="1"/>
          <p:nvPr/>
        </p:nvSpPr>
        <p:spPr>
          <a:xfrm>
            <a:off x="6330308" y="1419481"/>
            <a:ext cx="766101" cy="239407"/>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 Group</a:t>
            </a:r>
            <a:endParaRPr lang="en-US" sz="600" dirty="0"/>
          </a:p>
        </p:txBody>
      </p:sp>
      <p:sp>
        <p:nvSpPr>
          <p:cNvPr id="66" name="Shape 64"/>
          <p:cNvSpPr/>
          <p:nvPr/>
        </p:nvSpPr>
        <p:spPr>
          <a:xfrm>
            <a:off x="6330308" y="1730710"/>
            <a:ext cx="766101" cy="119703"/>
          </a:xfrm>
          <a:prstGeom prst="rect">
            <a:avLst/>
          </a:prstGeom>
          <a:solidFill>
            <a:srgbClr val="B9B4AE"/>
          </a:solidFill>
          <a:ln w="12700">
            <a:solidFill>
              <a:srgbClr val="B9B4AE"/>
            </a:solidFill>
            <a:prstDash val="solid"/>
          </a:ln>
        </p:spPr>
      </p:sp>
      <p:sp>
        <p:nvSpPr>
          <p:cNvPr id="67" name="Text 65"/>
          <p:cNvSpPr txBox="1"/>
          <p:nvPr/>
        </p:nvSpPr>
        <p:spPr>
          <a:xfrm>
            <a:off x="6366219" y="1730710"/>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68" name="Text 66"/>
          <p:cNvSpPr txBox="1"/>
          <p:nvPr/>
        </p:nvSpPr>
        <p:spPr>
          <a:xfrm>
            <a:off x="6366219" y="1874354"/>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69" name="Text 67"/>
          <p:cNvSpPr txBox="1"/>
          <p:nvPr/>
        </p:nvSpPr>
        <p:spPr>
          <a:xfrm>
            <a:off x="6366219" y="2017998"/>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70" name="Shape 68"/>
          <p:cNvSpPr/>
          <p:nvPr/>
        </p:nvSpPr>
        <p:spPr>
          <a:xfrm>
            <a:off x="6330308" y="2161642"/>
            <a:ext cx="766101" cy="119703"/>
          </a:xfrm>
          <a:prstGeom prst="rect">
            <a:avLst/>
          </a:prstGeom>
          <a:solidFill>
            <a:srgbClr val="B9B4AE"/>
          </a:solidFill>
          <a:ln w="12700">
            <a:solidFill>
              <a:srgbClr val="B9B4AE"/>
            </a:solidFill>
            <a:prstDash val="solid"/>
          </a:ln>
        </p:spPr>
      </p:sp>
      <p:sp>
        <p:nvSpPr>
          <p:cNvPr id="71" name="Text 69"/>
          <p:cNvSpPr txBox="1"/>
          <p:nvPr/>
        </p:nvSpPr>
        <p:spPr>
          <a:xfrm>
            <a:off x="6366219" y="2161642"/>
            <a:ext cx="718220" cy="119703"/>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2</a:t>
            </a:r>
            <a:endParaRPr lang="en-US" sz="500" dirty="0"/>
          </a:p>
        </p:txBody>
      </p:sp>
      <p:sp>
        <p:nvSpPr>
          <p:cNvPr id="72" name="Shape 70"/>
          <p:cNvSpPr/>
          <p:nvPr/>
        </p:nvSpPr>
        <p:spPr>
          <a:xfrm>
            <a:off x="6623581" y="3945220"/>
            <a:ext cx="179555" cy="131674"/>
          </a:xfrm>
          <a:prstGeom prst="roundRect">
            <a:avLst>
              <a:gd name="adj" fmla="val 20833"/>
            </a:avLst>
          </a:prstGeom>
          <a:solidFill>
            <a:srgbClr val="DEDCD7"/>
          </a:solidFill>
          <a:ln w="6350">
            <a:solidFill>
              <a:srgbClr val="B5B2AB"/>
            </a:solidFill>
            <a:prstDash val="solid"/>
          </a:ln>
        </p:spPr>
      </p:sp>
      <p:sp>
        <p:nvSpPr>
          <p:cNvPr id="73" name="Text 71"/>
          <p:cNvSpPr txBox="1"/>
          <p:nvPr/>
        </p:nvSpPr>
        <p:spPr>
          <a:xfrm>
            <a:off x="6623581" y="3945220"/>
            <a:ext cx="179555" cy="131674"/>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a:t>
            </a:r>
            <a:endParaRPr lang="en-US" sz="600" dirty="0"/>
          </a:p>
        </p:txBody>
      </p:sp>
      <p:sp>
        <p:nvSpPr>
          <p:cNvPr id="74" name="Text 72"/>
          <p:cNvSpPr txBox="1"/>
          <p:nvPr/>
        </p:nvSpPr>
        <p:spPr>
          <a:xfrm>
            <a:off x="548640" y="4179639"/>
            <a:ext cx="658368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expanded  ·  canvas 750 px  ·  layer panel 350 px</a:t>
            </a:r>
            <a:endParaRPr lang="en-US" sz="950" dirty="0"/>
          </a:p>
        </p:txBody>
      </p:sp>
      <p:sp>
        <p:nvSpPr>
          <p:cNvPr id="75" name="Shape 73"/>
          <p:cNvSpPr/>
          <p:nvPr/>
        </p:nvSpPr>
        <p:spPr>
          <a:xfrm>
            <a:off x="6594487" y="3754526"/>
            <a:ext cx="237744" cy="237744"/>
          </a:xfrm>
          <a:prstGeom prst="ellipse">
            <a:avLst/>
          </a:prstGeom>
          <a:solidFill>
            <a:srgbClr val="C2410C"/>
          </a:solidFill>
          <a:ln w="12700">
            <a:solidFill>
              <a:srgbClr val="C2410C"/>
            </a:solidFill>
            <a:prstDash val="solid"/>
          </a:ln>
        </p:spPr>
      </p:sp>
      <p:sp>
        <p:nvSpPr>
          <p:cNvPr id="76" name="Text 74"/>
          <p:cNvSpPr txBox="1"/>
          <p:nvPr/>
        </p:nvSpPr>
        <p:spPr>
          <a:xfrm>
            <a:off x="6594487" y="375452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7" name="Text 75"/>
          <p:cNvSpPr txBox="1"/>
          <p:nvPr/>
        </p:nvSpPr>
        <p:spPr>
          <a:xfrm>
            <a:off x="7589520" y="1371600"/>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Where</a:t>
            </a:r>
            <a:endParaRPr lang="en-US" sz="1400" dirty="0"/>
          </a:p>
        </p:txBody>
      </p:sp>
      <p:sp>
        <p:nvSpPr>
          <p:cNvPr id="78" name="Text 76"/>
          <p:cNvSpPr txBox="1"/>
          <p:nvPr/>
        </p:nvSpPr>
        <p:spPr>
          <a:xfrm>
            <a:off x="7589520" y="1673352"/>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Bottom of the group column, centered, always visible. Same row as the layer panel's bottom buttons, where the mouse already goes.</a:t>
            </a:r>
            <a:endParaRPr lang="en-US" sz="1250" dirty="0"/>
          </a:p>
        </p:txBody>
      </p:sp>
      <p:sp>
        <p:nvSpPr>
          <p:cNvPr id="79" name="Text 77"/>
          <p:cNvSpPr txBox="1"/>
          <p:nvPr/>
        </p:nvSpPr>
        <p:spPr>
          <a:xfrm>
            <a:off x="7589520" y="2487168"/>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What it does</a:t>
            </a:r>
            <a:endParaRPr lang="en-US" sz="1400" dirty="0"/>
          </a:p>
        </p:txBody>
      </p:sp>
      <p:sp>
        <p:nvSpPr>
          <p:cNvPr id="80" name="Text 78"/>
          <p:cNvSpPr txBox="1"/>
          <p:nvPr/>
        </p:nvSpPr>
        <p:spPr>
          <a:xfrm>
            <a:off x="7589520" y="2788920"/>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Collapses the column to a 40 px rail instead of removing it. Chevron flips ‹ to expand.</a:t>
            </a:r>
            <a:endParaRPr lang="en-US" sz="1250" dirty="0"/>
          </a:p>
        </p:txBody>
      </p:sp>
      <p:sp>
        <p:nvSpPr>
          <p:cNvPr id="81" name="Text 79"/>
          <p:cNvSpPr txBox="1"/>
          <p:nvPr/>
        </p:nvSpPr>
        <p:spPr>
          <a:xfrm>
            <a:off x="7589520" y="3602736"/>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The rail</a:t>
            </a:r>
            <a:endParaRPr lang="en-US" sz="1400" dirty="0"/>
          </a:p>
        </p:txBody>
      </p:sp>
      <p:sp>
        <p:nvSpPr>
          <p:cNvPr id="82" name="Text 80"/>
          <p:cNvSpPr txBox="1"/>
          <p:nvPr/>
        </p:nvSpPr>
        <p:spPr>
          <a:xfrm>
            <a:off x="7589520" y="3904488"/>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Create Group becomes a 30 px + tile. Each group becomes a 30 × 24 tile with a short label (G1, G2...). The selected group's tile is highlighted.</a:t>
            </a:r>
            <a:endParaRPr lang="en-US" sz="1250" dirty="0"/>
          </a:p>
        </p:txBody>
      </p:sp>
      <p:sp>
        <p:nvSpPr>
          <p:cNvPr id="83" name="Text 81"/>
          <p:cNvSpPr txBox="1"/>
          <p:nvPr/>
        </p:nvSpPr>
        <p:spPr>
          <a:xfrm>
            <a:off x="7589520" y="4718304"/>
            <a:ext cx="4023360" cy="292608"/>
          </a:xfrm>
          <a:prstGeom prst="rect">
            <a:avLst/>
          </a:prstGeom>
          <a:noFill/>
          <a:ln/>
        </p:spPr>
        <p:txBody>
          <a:bodyPr wrap="square" lIns="0" tIns="0" rIns="0" bIns="0" rtlCol="0" anchor="ctr"/>
          <a:lstStyle/>
          <a:p>
            <a:pPr indent="0" marL="0">
              <a:buNone/>
            </a:pPr>
            <a:r>
              <a:rPr lang="en-US" sz="1400" b="1" dirty="0">
                <a:solidFill>
                  <a:srgbClr val="A34D92"/>
                </a:solidFill>
                <a:latin typeface="Calibri" pitchFamily="34" charset="0"/>
                <a:ea typeface="Calibri" pitchFamily="34" charset="-122"/>
                <a:cs typeface="Calibri" pitchFamily="34" charset="-120"/>
              </a:rPr>
              <a:t>Why</a:t>
            </a:r>
            <a:endParaRPr lang="en-US" sz="1400" dirty="0"/>
          </a:p>
        </p:txBody>
      </p:sp>
      <p:sp>
        <p:nvSpPr>
          <p:cNvPr id="84" name="Text 82"/>
          <p:cNvSpPr txBox="1"/>
          <p:nvPr/>
        </p:nvSpPr>
        <p:spPr>
          <a:xfrm>
            <a:off x="7589520" y="5020056"/>
            <a:ext cx="4023360" cy="77724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For people who use groups all day. The panel gets slim, but every group and the create action stay one click away.</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3 · B3 icon rail</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18</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B3 · STATES</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Expanded, rail, and back with a selection</a:t>
            </a:r>
            <a:endParaRPr lang="en-US" sz="3200" dirty="0"/>
          </a:p>
        </p:txBody>
      </p:sp>
      <p:sp>
        <p:nvSpPr>
          <p:cNvPr id="6" name="Text 4"/>
          <p:cNvSpPr txBox="1"/>
          <p:nvPr/>
        </p:nvSpPr>
        <p:spPr>
          <a:xfrm>
            <a:off x="548640" y="1143000"/>
            <a:ext cx="3520440" cy="365760"/>
          </a:xfrm>
          <a:prstGeom prst="rect">
            <a:avLst/>
          </a:prstGeom>
          <a:noFill/>
          <a:ln/>
        </p:spPr>
        <p:txBody>
          <a:bodyPr wrap="square" lIns="0" tIns="0" rIns="0" bIns="0" rtlCol="0" anchor="ctr"/>
          <a:lstStyle/>
          <a:p>
            <a:pPr indent="0" marL="0">
              <a:buNone/>
            </a:pPr>
            <a:r>
              <a:rPr lang="en-US" sz="1800" b="1" dirty="0">
                <a:solidFill>
                  <a:srgbClr val="1E1E1C"/>
                </a:solidFill>
                <a:latin typeface="Calibri" pitchFamily="34" charset="0"/>
                <a:ea typeface="Calibri" pitchFamily="34" charset="-122"/>
                <a:cs typeface="Calibri" pitchFamily="34" charset="-120"/>
              </a:rPr>
              <a:t>Expanded</a:t>
            </a:r>
            <a:endParaRPr lang="en-US" sz="1800" dirty="0"/>
          </a:p>
        </p:txBody>
      </p:sp>
      <p:sp>
        <p:nvSpPr>
          <p:cNvPr id="7" name="Shape 5"/>
          <p:cNvSpPr/>
          <p:nvPr/>
        </p:nvSpPr>
        <p:spPr>
          <a:xfrm>
            <a:off x="548640" y="1554480"/>
            <a:ext cx="3520440" cy="1472184"/>
          </a:xfrm>
          <a:prstGeom prst="rect">
            <a:avLst/>
          </a:prstGeom>
          <a:solidFill>
            <a:srgbClr val="EBEBEB"/>
          </a:solidFill>
          <a:ln w="9525">
            <a:solidFill>
              <a:srgbClr val="B9B6B0"/>
            </a:solidFill>
            <a:prstDash val="solid"/>
          </a:ln>
        </p:spPr>
      </p:sp>
      <p:sp>
        <p:nvSpPr>
          <p:cNvPr id="8" name="Shape 6"/>
          <p:cNvSpPr/>
          <p:nvPr/>
        </p:nvSpPr>
        <p:spPr>
          <a:xfrm>
            <a:off x="574243" y="1573682"/>
            <a:ext cx="132359" cy="76810"/>
          </a:xfrm>
          <a:prstGeom prst="rect">
            <a:avLst/>
          </a:prstGeom>
          <a:solidFill>
            <a:srgbClr val="D3D3D3"/>
          </a:solidFill>
          <a:ln w="12700">
            <a:solidFill>
              <a:srgbClr val="D3D3D3"/>
            </a:solidFill>
            <a:prstDash val="solid"/>
          </a:ln>
        </p:spPr>
      </p:sp>
      <p:sp>
        <p:nvSpPr>
          <p:cNvPr id="9" name="Shape 7"/>
          <p:cNvSpPr/>
          <p:nvPr/>
        </p:nvSpPr>
        <p:spPr>
          <a:xfrm>
            <a:off x="722605" y="1573682"/>
            <a:ext cx="132359" cy="76810"/>
          </a:xfrm>
          <a:prstGeom prst="rect">
            <a:avLst/>
          </a:prstGeom>
          <a:solidFill>
            <a:srgbClr val="1B9E9E"/>
          </a:solidFill>
          <a:ln w="12700">
            <a:solidFill>
              <a:srgbClr val="1B9E9E"/>
            </a:solidFill>
            <a:prstDash val="solid"/>
          </a:ln>
        </p:spPr>
      </p:sp>
      <p:sp>
        <p:nvSpPr>
          <p:cNvPr id="10" name="Shape 8"/>
          <p:cNvSpPr/>
          <p:nvPr/>
        </p:nvSpPr>
        <p:spPr>
          <a:xfrm>
            <a:off x="870966" y="1573682"/>
            <a:ext cx="132359" cy="76810"/>
          </a:xfrm>
          <a:prstGeom prst="rect">
            <a:avLst/>
          </a:prstGeom>
          <a:solidFill>
            <a:srgbClr val="F5C400"/>
          </a:solidFill>
          <a:ln w="12700">
            <a:solidFill>
              <a:srgbClr val="F5C400"/>
            </a:solidFill>
            <a:prstDash val="solid"/>
          </a:ln>
        </p:spPr>
      </p:sp>
      <p:sp>
        <p:nvSpPr>
          <p:cNvPr id="11" name="Shape 9"/>
          <p:cNvSpPr/>
          <p:nvPr/>
        </p:nvSpPr>
        <p:spPr>
          <a:xfrm>
            <a:off x="1019327" y="1573682"/>
            <a:ext cx="132359" cy="76810"/>
          </a:xfrm>
          <a:prstGeom prst="rect">
            <a:avLst/>
          </a:prstGeom>
          <a:solidFill>
            <a:srgbClr val="7B4A9E"/>
          </a:solidFill>
          <a:ln w="12700">
            <a:solidFill>
              <a:srgbClr val="7B4A9E"/>
            </a:solidFill>
            <a:prstDash val="solid"/>
          </a:ln>
        </p:spPr>
      </p:sp>
      <p:sp>
        <p:nvSpPr>
          <p:cNvPr id="12" name="Shape 10"/>
          <p:cNvSpPr/>
          <p:nvPr/>
        </p:nvSpPr>
        <p:spPr>
          <a:xfrm>
            <a:off x="1167689" y="1573682"/>
            <a:ext cx="132359" cy="76810"/>
          </a:xfrm>
          <a:prstGeom prst="rect">
            <a:avLst/>
          </a:prstGeom>
          <a:solidFill>
            <a:srgbClr val="E0640E"/>
          </a:solidFill>
          <a:ln w="12700">
            <a:solidFill>
              <a:srgbClr val="E0640E"/>
            </a:solidFill>
            <a:prstDash val="solid"/>
          </a:ln>
        </p:spPr>
      </p:sp>
      <p:sp>
        <p:nvSpPr>
          <p:cNvPr id="13" name="Shape 11"/>
          <p:cNvSpPr/>
          <p:nvPr/>
        </p:nvSpPr>
        <p:spPr>
          <a:xfrm>
            <a:off x="1316050" y="1573682"/>
            <a:ext cx="132359" cy="76810"/>
          </a:xfrm>
          <a:prstGeom prst="rect">
            <a:avLst/>
          </a:prstGeom>
          <a:solidFill>
            <a:srgbClr val="3A8CD8"/>
          </a:solidFill>
          <a:ln w="12700">
            <a:solidFill>
              <a:srgbClr val="3A8CD8"/>
            </a:solidFill>
            <a:prstDash val="solid"/>
          </a:ln>
        </p:spPr>
      </p:sp>
      <p:sp>
        <p:nvSpPr>
          <p:cNvPr id="14" name="Shape 12"/>
          <p:cNvSpPr/>
          <p:nvPr/>
        </p:nvSpPr>
        <p:spPr>
          <a:xfrm>
            <a:off x="1464412" y="1573682"/>
            <a:ext cx="132359" cy="76810"/>
          </a:xfrm>
          <a:prstGeom prst="rect">
            <a:avLst/>
          </a:prstGeom>
          <a:solidFill>
            <a:srgbClr val="E84A46"/>
          </a:solidFill>
          <a:ln w="12700">
            <a:solidFill>
              <a:srgbClr val="E84A46"/>
            </a:solidFill>
            <a:prstDash val="solid"/>
          </a:ln>
        </p:spPr>
      </p:sp>
      <p:sp>
        <p:nvSpPr>
          <p:cNvPr id="15" name="Shape 13"/>
          <p:cNvSpPr/>
          <p:nvPr/>
        </p:nvSpPr>
        <p:spPr>
          <a:xfrm>
            <a:off x="1612773" y="1573682"/>
            <a:ext cx="132359" cy="76810"/>
          </a:xfrm>
          <a:prstGeom prst="rect">
            <a:avLst/>
          </a:prstGeom>
          <a:solidFill>
            <a:srgbClr val="C7A7E8"/>
          </a:solidFill>
          <a:ln w="12700">
            <a:solidFill>
              <a:srgbClr val="C7A7E8"/>
            </a:solidFill>
            <a:prstDash val="solid"/>
          </a:ln>
        </p:spPr>
      </p:sp>
      <p:sp>
        <p:nvSpPr>
          <p:cNvPr id="16" name="Shape 14"/>
          <p:cNvSpPr/>
          <p:nvPr/>
        </p:nvSpPr>
        <p:spPr>
          <a:xfrm>
            <a:off x="1761134" y="1573682"/>
            <a:ext cx="132359" cy="76810"/>
          </a:xfrm>
          <a:prstGeom prst="rect">
            <a:avLst/>
          </a:prstGeom>
          <a:solidFill>
            <a:srgbClr val="F27EAE"/>
          </a:solidFill>
          <a:ln w="12700">
            <a:solidFill>
              <a:srgbClr val="F27EAE"/>
            </a:solidFill>
            <a:prstDash val="solid"/>
          </a:ln>
        </p:spPr>
      </p:sp>
      <p:sp>
        <p:nvSpPr>
          <p:cNvPr id="17" name="Shape 15"/>
          <p:cNvSpPr/>
          <p:nvPr/>
        </p:nvSpPr>
        <p:spPr>
          <a:xfrm>
            <a:off x="1909496" y="1573682"/>
            <a:ext cx="132359" cy="76810"/>
          </a:xfrm>
          <a:prstGeom prst="rect">
            <a:avLst/>
          </a:prstGeom>
          <a:solidFill>
            <a:srgbClr val="B58B7A"/>
          </a:solidFill>
          <a:ln w="12700">
            <a:solidFill>
              <a:srgbClr val="B58B7A"/>
            </a:solidFill>
            <a:prstDash val="solid"/>
          </a:ln>
        </p:spPr>
      </p:sp>
      <p:sp>
        <p:nvSpPr>
          <p:cNvPr id="18" name="Shape 16"/>
          <p:cNvSpPr/>
          <p:nvPr/>
        </p:nvSpPr>
        <p:spPr>
          <a:xfrm>
            <a:off x="2057857" y="1573682"/>
            <a:ext cx="132359" cy="76810"/>
          </a:xfrm>
          <a:prstGeom prst="rect">
            <a:avLst/>
          </a:prstGeom>
          <a:solidFill>
            <a:srgbClr val="A0475F"/>
          </a:solidFill>
          <a:ln w="12700">
            <a:solidFill>
              <a:srgbClr val="A0475F"/>
            </a:solidFill>
            <a:prstDash val="solid"/>
          </a:ln>
        </p:spPr>
      </p:sp>
      <p:sp>
        <p:nvSpPr>
          <p:cNvPr id="19" name="Shape 17"/>
          <p:cNvSpPr/>
          <p:nvPr/>
        </p:nvSpPr>
        <p:spPr>
          <a:xfrm>
            <a:off x="2206219" y="1573682"/>
            <a:ext cx="132359" cy="76810"/>
          </a:xfrm>
          <a:prstGeom prst="rect">
            <a:avLst/>
          </a:prstGeom>
          <a:solidFill>
            <a:srgbClr val="4BB543"/>
          </a:solidFill>
          <a:ln w="12700">
            <a:solidFill>
              <a:srgbClr val="4BB543"/>
            </a:solidFill>
            <a:prstDash val="solid"/>
          </a:ln>
        </p:spPr>
      </p:sp>
      <p:sp>
        <p:nvSpPr>
          <p:cNvPr id="20" name="Shape 18"/>
          <p:cNvSpPr/>
          <p:nvPr/>
        </p:nvSpPr>
        <p:spPr>
          <a:xfrm>
            <a:off x="2354580" y="1573682"/>
            <a:ext cx="132359" cy="76810"/>
          </a:xfrm>
          <a:prstGeom prst="rect">
            <a:avLst/>
          </a:prstGeom>
          <a:solidFill>
            <a:srgbClr val="B8BABB"/>
          </a:solidFill>
          <a:ln w="12700">
            <a:solidFill>
              <a:srgbClr val="B8BABB"/>
            </a:solidFill>
            <a:prstDash val="solid"/>
          </a:ln>
        </p:spPr>
      </p:sp>
      <p:sp>
        <p:nvSpPr>
          <p:cNvPr id="21" name="Shape 19"/>
          <p:cNvSpPr/>
          <p:nvPr/>
        </p:nvSpPr>
        <p:spPr>
          <a:xfrm>
            <a:off x="2502941" y="1573682"/>
            <a:ext cx="132359" cy="76810"/>
          </a:xfrm>
          <a:prstGeom prst="rect">
            <a:avLst/>
          </a:prstGeom>
          <a:solidFill>
            <a:srgbClr val="A34D92"/>
          </a:solidFill>
          <a:ln w="12700">
            <a:solidFill>
              <a:srgbClr val="A34D92"/>
            </a:solidFill>
            <a:prstDash val="solid"/>
          </a:ln>
        </p:spPr>
      </p:sp>
      <p:sp>
        <p:nvSpPr>
          <p:cNvPr id="22" name="Shape 20"/>
          <p:cNvSpPr/>
          <p:nvPr/>
        </p:nvSpPr>
        <p:spPr>
          <a:xfrm>
            <a:off x="2680106" y="1573682"/>
            <a:ext cx="160020" cy="76810"/>
          </a:xfrm>
          <a:prstGeom prst="rect">
            <a:avLst/>
          </a:prstGeom>
          <a:solidFill>
            <a:srgbClr val="F5C400"/>
          </a:solidFill>
          <a:ln w="12700">
            <a:solidFill>
              <a:srgbClr val="F5C400"/>
            </a:solidFill>
            <a:prstDash val="solid"/>
          </a:ln>
        </p:spPr>
      </p:sp>
      <p:sp>
        <p:nvSpPr>
          <p:cNvPr id="23" name="Shape 21"/>
          <p:cNvSpPr/>
          <p:nvPr/>
        </p:nvSpPr>
        <p:spPr>
          <a:xfrm>
            <a:off x="2852928" y="1573682"/>
            <a:ext cx="76810" cy="76810"/>
          </a:xfrm>
          <a:prstGeom prst="rect">
            <a:avLst/>
          </a:prstGeom>
          <a:solidFill>
            <a:srgbClr val="D0D0D0"/>
          </a:solidFill>
          <a:ln w="12700">
            <a:solidFill>
              <a:srgbClr val="D0D0D0"/>
            </a:solidFill>
            <a:prstDash val="solid"/>
          </a:ln>
        </p:spPr>
      </p:sp>
      <p:sp>
        <p:nvSpPr>
          <p:cNvPr id="24" name="Shape 22"/>
          <p:cNvSpPr/>
          <p:nvPr/>
        </p:nvSpPr>
        <p:spPr>
          <a:xfrm>
            <a:off x="638251" y="1669694"/>
            <a:ext cx="3200" cy="1356970"/>
          </a:xfrm>
          <a:prstGeom prst="rect">
            <a:avLst/>
          </a:prstGeom>
          <a:solidFill>
            <a:srgbClr val="DADADA"/>
          </a:solidFill>
          <a:ln w="12700">
            <a:solidFill>
              <a:srgbClr val="DADADA"/>
            </a:solidFill>
            <a:prstDash val="solid"/>
          </a:ln>
        </p:spPr>
      </p:sp>
      <p:sp>
        <p:nvSpPr>
          <p:cNvPr id="25" name="Shape 23"/>
          <p:cNvSpPr/>
          <p:nvPr/>
        </p:nvSpPr>
        <p:spPr>
          <a:xfrm>
            <a:off x="817474" y="1669694"/>
            <a:ext cx="3200" cy="1356970"/>
          </a:xfrm>
          <a:prstGeom prst="rect">
            <a:avLst/>
          </a:prstGeom>
          <a:solidFill>
            <a:srgbClr val="DADADA"/>
          </a:solidFill>
          <a:ln w="12700">
            <a:solidFill>
              <a:srgbClr val="DADADA"/>
            </a:solidFill>
            <a:prstDash val="solid"/>
          </a:ln>
        </p:spPr>
      </p:sp>
      <p:sp>
        <p:nvSpPr>
          <p:cNvPr id="26" name="Shape 24"/>
          <p:cNvSpPr/>
          <p:nvPr/>
        </p:nvSpPr>
        <p:spPr>
          <a:xfrm>
            <a:off x="996696" y="1669694"/>
            <a:ext cx="3200" cy="1356970"/>
          </a:xfrm>
          <a:prstGeom prst="rect">
            <a:avLst/>
          </a:prstGeom>
          <a:solidFill>
            <a:srgbClr val="DADADA"/>
          </a:solidFill>
          <a:ln w="12700">
            <a:solidFill>
              <a:srgbClr val="DADADA"/>
            </a:solidFill>
            <a:prstDash val="solid"/>
          </a:ln>
        </p:spPr>
      </p:sp>
      <p:sp>
        <p:nvSpPr>
          <p:cNvPr id="27" name="Shape 25"/>
          <p:cNvSpPr/>
          <p:nvPr/>
        </p:nvSpPr>
        <p:spPr>
          <a:xfrm>
            <a:off x="1175918" y="1669694"/>
            <a:ext cx="3200" cy="1356970"/>
          </a:xfrm>
          <a:prstGeom prst="rect">
            <a:avLst/>
          </a:prstGeom>
          <a:solidFill>
            <a:srgbClr val="DADADA"/>
          </a:solidFill>
          <a:ln w="12700">
            <a:solidFill>
              <a:srgbClr val="DADADA"/>
            </a:solidFill>
            <a:prstDash val="solid"/>
          </a:ln>
        </p:spPr>
      </p:sp>
      <p:sp>
        <p:nvSpPr>
          <p:cNvPr id="28" name="Shape 26"/>
          <p:cNvSpPr/>
          <p:nvPr/>
        </p:nvSpPr>
        <p:spPr>
          <a:xfrm>
            <a:off x="1355141" y="1669694"/>
            <a:ext cx="3200" cy="1356970"/>
          </a:xfrm>
          <a:prstGeom prst="rect">
            <a:avLst/>
          </a:prstGeom>
          <a:solidFill>
            <a:srgbClr val="DADADA"/>
          </a:solidFill>
          <a:ln w="12700">
            <a:solidFill>
              <a:srgbClr val="DADADA"/>
            </a:solidFill>
            <a:prstDash val="solid"/>
          </a:ln>
        </p:spPr>
      </p:sp>
      <p:sp>
        <p:nvSpPr>
          <p:cNvPr id="29" name="Shape 27"/>
          <p:cNvSpPr/>
          <p:nvPr/>
        </p:nvSpPr>
        <p:spPr>
          <a:xfrm>
            <a:off x="1534363" y="1669694"/>
            <a:ext cx="3200" cy="1356970"/>
          </a:xfrm>
          <a:prstGeom prst="rect">
            <a:avLst/>
          </a:prstGeom>
          <a:solidFill>
            <a:srgbClr val="DADADA"/>
          </a:solidFill>
          <a:ln w="12700">
            <a:solidFill>
              <a:srgbClr val="DADADA"/>
            </a:solidFill>
            <a:prstDash val="solid"/>
          </a:ln>
        </p:spPr>
      </p:sp>
      <p:sp>
        <p:nvSpPr>
          <p:cNvPr id="30" name="Shape 28"/>
          <p:cNvSpPr/>
          <p:nvPr/>
        </p:nvSpPr>
        <p:spPr>
          <a:xfrm>
            <a:off x="1713586" y="1669694"/>
            <a:ext cx="3200" cy="1356970"/>
          </a:xfrm>
          <a:prstGeom prst="rect">
            <a:avLst/>
          </a:prstGeom>
          <a:solidFill>
            <a:srgbClr val="DADADA"/>
          </a:solidFill>
          <a:ln w="12700">
            <a:solidFill>
              <a:srgbClr val="DADADA"/>
            </a:solidFill>
            <a:prstDash val="solid"/>
          </a:ln>
        </p:spPr>
      </p:sp>
      <p:sp>
        <p:nvSpPr>
          <p:cNvPr id="31" name="Shape 29"/>
          <p:cNvSpPr/>
          <p:nvPr/>
        </p:nvSpPr>
        <p:spPr>
          <a:xfrm>
            <a:off x="1892808" y="1669694"/>
            <a:ext cx="3200" cy="1356970"/>
          </a:xfrm>
          <a:prstGeom prst="rect">
            <a:avLst/>
          </a:prstGeom>
          <a:solidFill>
            <a:srgbClr val="DADADA"/>
          </a:solidFill>
          <a:ln w="12700">
            <a:solidFill>
              <a:srgbClr val="DADADA"/>
            </a:solidFill>
            <a:prstDash val="solid"/>
          </a:ln>
        </p:spPr>
      </p:sp>
      <p:sp>
        <p:nvSpPr>
          <p:cNvPr id="32" name="Shape 30"/>
          <p:cNvSpPr/>
          <p:nvPr/>
        </p:nvSpPr>
        <p:spPr>
          <a:xfrm>
            <a:off x="2072030" y="1669694"/>
            <a:ext cx="3200" cy="1356970"/>
          </a:xfrm>
          <a:prstGeom prst="rect">
            <a:avLst/>
          </a:prstGeom>
          <a:solidFill>
            <a:srgbClr val="DADADA"/>
          </a:solidFill>
          <a:ln w="12700">
            <a:solidFill>
              <a:srgbClr val="DADADA"/>
            </a:solidFill>
            <a:prstDash val="solid"/>
          </a:ln>
        </p:spPr>
      </p:sp>
      <p:sp>
        <p:nvSpPr>
          <p:cNvPr id="33" name="Shape 31"/>
          <p:cNvSpPr/>
          <p:nvPr/>
        </p:nvSpPr>
        <p:spPr>
          <a:xfrm>
            <a:off x="2251253" y="1669694"/>
            <a:ext cx="3200" cy="1356970"/>
          </a:xfrm>
          <a:prstGeom prst="rect">
            <a:avLst/>
          </a:prstGeom>
          <a:solidFill>
            <a:srgbClr val="DADADA"/>
          </a:solidFill>
          <a:ln w="12700">
            <a:solidFill>
              <a:srgbClr val="DADADA"/>
            </a:solidFill>
            <a:prstDash val="solid"/>
          </a:ln>
        </p:spPr>
      </p:sp>
      <p:sp>
        <p:nvSpPr>
          <p:cNvPr id="34" name="Shape 32"/>
          <p:cNvSpPr/>
          <p:nvPr/>
        </p:nvSpPr>
        <p:spPr>
          <a:xfrm>
            <a:off x="2430475" y="1669694"/>
            <a:ext cx="3200" cy="1356970"/>
          </a:xfrm>
          <a:prstGeom prst="rect">
            <a:avLst/>
          </a:prstGeom>
          <a:solidFill>
            <a:srgbClr val="DADADA"/>
          </a:solidFill>
          <a:ln w="12700">
            <a:solidFill>
              <a:srgbClr val="DADADA"/>
            </a:solidFill>
            <a:prstDash val="solid"/>
          </a:ln>
        </p:spPr>
      </p:sp>
      <p:sp>
        <p:nvSpPr>
          <p:cNvPr id="35" name="Shape 33"/>
          <p:cNvSpPr/>
          <p:nvPr/>
        </p:nvSpPr>
        <p:spPr>
          <a:xfrm>
            <a:off x="2609698" y="1669694"/>
            <a:ext cx="3200" cy="1356970"/>
          </a:xfrm>
          <a:prstGeom prst="rect">
            <a:avLst/>
          </a:prstGeom>
          <a:solidFill>
            <a:srgbClr val="DADADA"/>
          </a:solidFill>
          <a:ln w="12700">
            <a:solidFill>
              <a:srgbClr val="DADADA"/>
            </a:solidFill>
            <a:prstDash val="solid"/>
          </a:ln>
        </p:spPr>
      </p:sp>
      <p:sp>
        <p:nvSpPr>
          <p:cNvPr id="36" name="Shape 34"/>
          <p:cNvSpPr/>
          <p:nvPr/>
        </p:nvSpPr>
        <p:spPr>
          <a:xfrm>
            <a:off x="2788920" y="1669694"/>
            <a:ext cx="3200" cy="1356970"/>
          </a:xfrm>
          <a:prstGeom prst="rect">
            <a:avLst/>
          </a:prstGeom>
          <a:solidFill>
            <a:srgbClr val="DADADA"/>
          </a:solidFill>
          <a:ln w="12700">
            <a:solidFill>
              <a:srgbClr val="DADADA"/>
            </a:solidFill>
            <a:prstDash val="solid"/>
          </a:ln>
        </p:spPr>
      </p:sp>
      <p:sp>
        <p:nvSpPr>
          <p:cNvPr id="37" name="Shape 35"/>
          <p:cNvSpPr/>
          <p:nvPr/>
        </p:nvSpPr>
        <p:spPr>
          <a:xfrm>
            <a:off x="548640" y="1759306"/>
            <a:ext cx="2400300" cy="3200"/>
          </a:xfrm>
          <a:prstGeom prst="rect">
            <a:avLst/>
          </a:prstGeom>
          <a:solidFill>
            <a:srgbClr val="DADADA"/>
          </a:solidFill>
          <a:ln w="12700">
            <a:solidFill>
              <a:srgbClr val="DADADA"/>
            </a:solidFill>
            <a:prstDash val="solid"/>
          </a:ln>
        </p:spPr>
      </p:sp>
      <p:sp>
        <p:nvSpPr>
          <p:cNvPr id="38" name="Shape 36"/>
          <p:cNvSpPr/>
          <p:nvPr/>
        </p:nvSpPr>
        <p:spPr>
          <a:xfrm>
            <a:off x="548640" y="1938528"/>
            <a:ext cx="2400300" cy="3200"/>
          </a:xfrm>
          <a:prstGeom prst="rect">
            <a:avLst/>
          </a:prstGeom>
          <a:solidFill>
            <a:srgbClr val="DADADA"/>
          </a:solidFill>
          <a:ln w="12700">
            <a:solidFill>
              <a:srgbClr val="DADADA"/>
            </a:solidFill>
            <a:prstDash val="solid"/>
          </a:ln>
        </p:spPr>
      </p:sp>
      <p:sp>
        <p:nvSpPr>
          <p:cNvPr id="39" name="Shape 37"/>
          <p:cNvSpPr/>
          <p:nvPr/>
        </p:nvSpPr>
        <p:spPr>
          <a:xfrm>
            <a:off x="548640" y="2117750"/>
            <a:ext cx="2400300" cy="3200"/>
          </a:xfrm>
          <a:prstGeom prst="rect">
            <a:avLst/>
          </a:prstGeom>
          <a:solidFill>
            <a:srgbClr val="DADADA"/>
          </a:solidFill>
          <a:ln w="12700">
            <a:solidFill>
              <a:srgbClr val="DADADA"/>
            </a:solidFill>
            <a:prstDash val="solid"/>
          </a:ln>
        </p:spPr>
      </p:sp>
      <p:sp>
        <p:nvSpPr>
          <p:cNvPr id="40" name="Shape 38"/>
          <p:cNvSpPr/>
          <p:nvPr/>
        </p:nvSpPr>
        <p:spPr>
          <a:xfrm>
            <a:off x="548640" y="2296973"/>
            <a:ext cx="2400300" cy="3200"/>
          </a:xfrm>
          <a:prstGeom prst="rect">
            <a:avLst/>
          </a:prstGeom>
          <a:solidFill>
            <a:srgbClr val="DADADA"/>
          </a:solidFill>
          <a:ln w="12700">
            <a:solidFill>
              <a:srgbClr val="DADADA"/>
            </a:solidFill>
            <a:prstDash val="solid"/>
          </a:ln>
        </p:spPr>
      </p:sp>
      <p:sp>
        <p:nvSpPr>
          <p:cNvPr id="41" name="Shape 39"/>
          <p:cNvSpPr/>
          <p:nvPr/>
        </p:nvSpPr>
        <p:spPr>
          <a:xfrm>
            <a:off x="548640" y="2476195"/>
            <a:ext cx="2400300" cy="3200"/>
          </a:xfrm>
          <a:prstGeom prst="rect">
            <a:avLst/>
          </a:prstGeom>
          <a:solidFill>
            <a:srgbClr val="DADADA"/>
          </a:solidFill>
          <a:ln w="12700">
            <a:solidFill>
              <a:srgbClr val="DADADA"/>
            </a:solidFill>
            <a:prstDash val="solid"/>
          </a:ln>
        </p:spPr>
      </p:sp>
      <p:sp>
        <p:nvSpPr>
          <p:cNvPr id="42" name="Shape 40"/>
          <p:cNvSpPr/>
          <p:nvPr/>
        </p:nvSpPr>
        <p:spPr>
          <a:xfrm>
            <a:off x="548640" y="2655418"/>
            <a:ext cx="2400300" cy="3200"/>
          </a:xfrm>
          <a:prstGeom prst="rect">
            <a:avLst/>
          </a:prstGeom>
          <a:solidFill>
            <a:srgbClr val="DADADA"/>
          </a:solidFill>
          <a:ln w="12700">
            <a:solidFill>
              <a:srgbClr val="DADADA"/>
            </a:solidFill>
            <a:prstDash val="solid"/>
          </a:ln>
        </p:spPr>
      </p:sp>
      <p:sp>
        <p:nvSpPr>
          <p:cNvPr id="43" name="Shape 41"/>
          <p:cNvSpPr/>
          <p:nvPr/>
        </p:nvSpPr>
        <p:spPr>
          <a:xfrm>
            <a:off x="548640" y="2834640"/>
            <a:ext cx="2400300" cy="3200"/>
          </a:xfrm>
          <a:prstGeom prst="rect">
            <a:avLst/>
          </a:prstGeom>
          <a:solidFill>
            <a:srgbClr val="DADADA"/>
          </a:solidFill>
          <a:ln w="12700">
            <a:solidFill>
              <a:srgbClr val="DADADA"/>
            </a:solidFill>
            <a:prstDash val="solid"/>
          </a:ln>
        </p:spPr>
      </p:sp>
      <p:sp>
        <p:nvSpPr>
          <p:cNvPr id="44" name="Shape 42"/>
          <p:cNvSpPr/>
          <p:nvPr/>
        </p:nvSpPr>
        <p:spPr>
          <a:xfrm>
            <a:off x="548640" y="3013862"/>
            <a:ext cx="2400300" cy="3200"/>
          </a:xfrm>
          <a:prstGeom prst="rect">
            <a:avLst/>
          </a:prstGeom>
          <a:solidFill>
            <a:srgbClr val="DADADA"/>
          </a:solidFill>
          <a:ln w="12700">
            <a:solidFill>
              <a:srgbClr val="DADADA"/>
            </a:solidFill>
            <a:prstDash val="solid"/>
          </a:ln>
        </p:spPr>
      </p:sp>
      <p:sp>
        <p:nvSpPr>
          <p:cNvPr id="45" name="Shape 43"/>
          <p:cNvSpPr/>
          <p:nvPr/>
        </p:nvSpPr>
        <p:spPr>
          <a:xfrm>
            <a:off x="2948940" y="1554480"/>
            <a:ext cx="1120140" cy="1472184"/>
          </a:xfrm>
          <a:prstGeom prst="rect">
            <a:avLst/>
          </a:prstGeom>
          <a:solidFill>
            <a:srgbClr val="ECECEC"/>
          </a:solidFill>
          <a:ln w="6350">
            <a:solidFill>
              <a:srgbClr val="D2D0CB"/>
            </a:solidFill>
            <a:prstDash val="solid"/>
          </a:ln>
        </p:spPr>
      </p:sp>
      <p:sp>
        <p:nvSpPr>
          <p:cNvPr id="46" name="Shape 44"/>
          <p:cNvSpPr/>
          <p:nvPr/>
        </p:nvSpPr>
        <p:spPr>
          <a:xfrm>
            <a:off x="3140964" y="1586484"/>
            <a:ext cx="83210" cy="83210"/>
          </a:xfrm>
          <a:prstGeom prst="ellipse">
            <a:avLst/>
          </a:prstGeom>
          <a:solidFill>
            <a:srgbClr val="8E44E0"/>
          </a:solidFill>
          <a:ln w="12700">
            <a:solidFill>
              <a:srgbClr val="8E44E0"/>
            </a:solidFill>
            <a:prstDash val="solid"/>
          </a:ln>
        </p:spPr>
      </p:sp>
      <p:sp>
        <p:nvSpPr>
          <p:cNvPr id="47" name="Shape 45"/>
          <p:cNvSpPr/>
          <p:nvPr/>
        </p:nvSpPr>
        <p:spPr>
          <a:xfrm>
            <a:off x="3243377" y="1586484"/>
            <a:ext cx="83210" cy="83210"/>
          </a:xfrm>
          <a:prstGeom prst="ellipse">
            <a:avLst/>
          </a:prstGeom>
          <a:solidFill>
            <a:srgbClr val="7A7A7A"/>
          </a:solidFill>
          <a:ln w="12700">
            <a:solidFill>
              <a:srgbClr val="7A7A7A"/>
            </a:solidFill>
            <a:prstDash val="solid"/>
          </a:ln>
        </p:spPr>
      </p:sp>
      <p:sp>
        <p:nvSpPr>
          <p:cNvPr id="48" name="Shape 46"/>
          <p:cNvSpPr/>
          <p:nvPr/>
        </p:nvSpPr>
        <p:spPr>
          <a:xfrm>
            <a:off x="3345790" y="1586484"/>
            <a:ext cx="83210" cy="83210"/>
          </a:xfrm>
          <a:prstGeom prst="ellipse">
            <a:avLst/>
          </a:prstGeom>
          <a:solidFill>
            <a:srgbClr val="7A7A7A"/>
          </a:solidFill>
          <a:ln w="12700">
            <a:solidFill>
              <a:srgbClr val="7A7A7A"/>
            </a:solidFill>
            <a:prstDash val="solid"/>
          </a:ln>
        </p:spPr>
      </p:sp>
      <p:sp>
        <p:nvSpPr>
          <p:cNvPr id="49" name="Shape 47"/>
          <p:cNvSpPr/>
          <p:nvPr/>
        </p:nvSpPr>
        <p:spPr>
          <a:xfrm>
            <a:off x="3140964" y="1688897"/>
            <a:ext cx="83210" cy="83210"/>
          </a:xfrm>
          <a:prstGeom prst="ellipse">
            <a:avLst/>
          </a:prstGeom>
          <a:solidFill>
            <a:srgbClr val="F5C400"/>
          </a:solidFill>
          <a:ln w="12700">
            <a:solidFill>
              <a:srgbClr val="F5C400"/>
            </a:solidFill>
            <a:prstDash val="solid"/>
          </a:ln>
        </p:spPr>
      </p:sp>
      <p:sp>
        <p:nvSpPr>
          <p:cNvPr id="50" name="Shape 48"/>
          <p:cNvSpPr/>
          <p:nvPr/>
        </p:nvSpPr>
        <p:spPr>
          <a:xfrm>
            <a:off x="3243377" y="1688897"/>
            <a:ext cx="83210" cy="83210"/>
          </a:xfrm>
          <a:prstGeom prst="ellipse">
            <a:avLst/>
          </a:prstGeom>
          <a:solidFill>
            <a:srgbClr val="F5C400"/>
          </a:solidFill>
          <a:ln w="12700">
            <a:solidFill>
              <a:srgbClr val="F5C400"/>
            </a:solidFill>
            <a:prstDash val="solid"/>
          </a:ln>
        </p:spPr>
      </p:sp>
      <p:sp>
        <p:nvSpPr>
          <p:cNvPr id="51" name="Shape 49"/>
          <p:cNvSpPr/>
          <p:nvPr/>
        </p:nvSpPr>
        <p:spPr>
          <a:xfrm>
            <a:off x="3345790" y="1688897"/>
            <a:ext cx="83210" cy="83210"/>
          </a:xfrm>
          <a:prstGeom prst="ellipse">
            <a:avLst/>
          </a:prstGeom>
          <a:solidFill>
            <a:srgbClr val="8B0000"/>
          </a:solidFill>
          <a:ln w="12700">
            <a:solidFill>
              <a:srgbClr val="8B0000"/>
            </a:solidFill>
            <a:prstDash val="solid"/>
          </a:ln>
        </p:spPr>
      </p:sp>
      <p:sp>
        <p:nvSpPr>
          <p:cNvPr id="52" name="Shape 50"/>
          <p:cNvSpPr/>
          <p:nvPr/>
        </p:nvSpPr>
        <p:spPr>
          <a:xfrm>
            <a:off x="3140964" y="1791310"/>
            <a:ext cx="83210" cy="83210"/>
          </a:xfrm>
          <a:prstGeom prst="ellipse">
            <a:avLst/>
          </a:prstGeom>
          <a:solidFill>
            <a:srgbClr val="2FB94A"/>
          </a:solidFill>
          <a:ln w="12700">
            <a:solidFill>
              <a:srgbClr val="2FB94A"/>
            </a:solidFill>
            <a:prstDash val="solid"/>
          </a:ln>
        </p:spPr>
      </p:sp>
      <p:sp>
        <p:nvSpPr>
          <p:cNvPr id="53" name="Shape 51"/>
          <p:cNvSpPr/>
          <p:nvPr/>
        </p:nvSpPr>
        <p:spPr>
          <a:xfrm>
            <a:off x="3243377" y="1791310"/>
            <a:ext cx="83210" cy="83210"/>
          </a:xfrm>
          <a:prstGeom prst="ellipse">
            <a:avLst/>
          </a:prstGeom>
          <a:solidFill>
            <a:srgbClr val="C9A07A"/>
          </a:solidFill>
          <a:ln w="12700">
            <a:solidFill>
              <a:srgbClr val="C9A07A"/>
            </a:solidFill>
            <a:prstDash val="solid"/>
          </a:ln>
        </p:spPr>
      </p:sp>
      <p:sp>
        <p:nvSpPr>
          <p:cNvPr id="54" name="Shape 52"/>
          <p:cNvSpPr/>
          <p:nvPr/>
        </p:nvSpPr>
        <p:spPr>
          <a:xfrm>
            <a:off x="3345790" y="1791310"/>
            <a:ext cx="83210" cy="83210"/>
          </a:xfrm>
          <a:prstGeom prst="ellipse">
            <a:avLst/>
          </a:prstGeom>
          <a:solidFill>
            <a:srgbClr val="C9A07A"/>
          </a:solidFill>
          <a:ln w="12700">
            <a:solidFill>
              <a:srgbClr val="C9A07A"/>
            </a:solidFill>
            <a:prstDash val="solid"/>
          </a:ln>
        </p:spPr>
      </p:sp>
      <p:sp>
        <p:nvSpPr>
          <p:cNvPr id="55" name="Shape 53"/>
          <p:cNvSpPr/>
          <p:nvPr/>
        </p:nvSpPr>
        <p:spPr>
          <a:xfrm>
            <a:off x="3092958" y="2514600"/>
            <a:ext cx="384048" cy="86411"/>
          </a:xfrm>
          <a:prstGeom prst="rect">
            <a:avLst/>
          </a:prstGeom>
          <a:solidFill>
            <a:srgbClr val="8E7A9E"/>
          </a:solidFill>
          <a:ln w="12700">
            <a:solidFill>
              <a:srgbClr val="8E7A9E"/>
            </a:solidFill>
            <a:prstDash val="solid"/>
          </a:ln>
        </p:spPr>
      </p:sp>
      <p:sp>
        <p:nvSpPr>
          <p:cNvPr id="56" name="Shape 54"/>
          <p:cNvSpPr/>
          <p:nvPr/>
        </p:nvSpPr>
        <p:spPr>
          <a:xfrm>
            <a:off x="3480206" y="2521001"/>
            <a:ext cx="12802" cy="73609"/>
          </a:xfrm>
          <a:prstGeom prst="rect">
            <a:avLst/>
          </a:prstGeom>
          <a:solidFill>
            <a:srgbClr val="2FB94A"/>
          </a:solidFill>
          <a:ln w="12700">
            <a:solidFill>
              <a:srgbClr val="2FB94A"/>
            </a:solidFill>
            <a:prstDash val="solid"/>
          </a:ln>
        </p:spPr>
      </p:sp>
      <p:sp>
        <p:nvSpPr>
          <p:cNvPr id="57" name="Shape 55"/>
          <p:cNvSpPr/>
          <p:nvPr/>
        </p:nvSpPr>
        <p:spPr>
          <a:xfrm>
            <a:off x="3092958" y="2613812"/>
            <a:ext cx="384048" cy="86411"/>
          </a:xfrm>
          <a:prstGeom prst="rect">
            <a:avLst/>
          </a:prstGeom>
          <a:solidFill>
            <a:srgbClr val="C9A7E6"/>
          </a:solidFill>
          <a:ln w="12700">
            <a:solidFill>
              <a:srgbClr val="C9A7E6"/>
            </a:solidFill>
            <a:prstDash val="solid"/>
          </a:ln>
        </p:spPr>
      </p:sp>
      <p:sp>
        <p:nvSpPr>
          <p:cNvPr id="58" name="Shape 56"/>
          <p:cNvSpPr/>
          <p:nvPr/>
        </p:nvSpPr>
        <p:spPr>
          <a:xfrm>
            <a:off x="3480206" y="2620213"/>
            <a:ext cx="12802" cy="73609"/>
          </a:xfrm>
          <a:prstGeom prst="rect">
            <a:avLst/>
          </a:prstGeom>
          <a:solidFill>
            <a:srgbClr val="2FB94A"/>
          </a:solidFill>
          <a:ln w="12700">
            <a:solidFill>
              <a:srgbClr val="2FB94A"/>
            </a:solidFill>
            <a:prstDash val="solid"/>
          </a:ln>
        </p:spPr>
      </p:sp>
      <p:sp>
        <p:nvSpPr>
          <p:cNvPr id="59" name="Shape 57"/>
          <p:cNvSpPr/>
          <p:nvPr/>
        </p:nvSpPr>
        <p:spPr>
          <a:xfrm>
            <a:off x="2968142" y="2725826"/>
            <a:ext cx="633679" cy="40005"/>
          </a:xfrm>
          <a:prstGeom prst="rect">
            <a:avLst/>
          </a:prstGeom>
          <a:solidFill>
            <a:srgbClr val="E68FE0"/>
          </a:solidFill>
          <a:ln w="12700">
            <a:solidFill>
              <a:srgbClr val="E68FE0"/>
            </a:solidFill>
            <a:prstDash val="solid"/>
          </a:ln>
        </p:spPr>
      </p:sp>
      <p:sp>
        <p:nvSpPr>
          <p:cNvPr id="60" name="Shape 58"/>
          <p:cNvSpPr/>
          <p:nvPr/>
        </p:nvSpPr>
        <p:spPr>
          <a:xfrm>
            <a:off x="2968142" y="2775433"/>
            <a:ext cx="633679" cy="40005"/>
          </a:xfrm>
          <a:prstGeom prst="rect">
            <a:avLst/>
          </a:prstGeom>
          <a:solidFill>
            <a:srgbClr val="FFA500"/>
          </a:solidFill>
          <a:ln w="12700">
            <a:solidFill>
              <a:srgbClr val="FFA500"/>
            </a:solidFill>
            <a:prstDash val="solid"/>
          </a:ln>
        </p:spPr>
      </p:sp>
      <p:sp>
        <p:nvSpPr>
          <p:cNvPr id="61" name="Shape 59"/>
          <p:cNvSpPr/>
          <p:nvPr/>
        </p:nvSpPr>
        <p:spPr>
          <a:xfrm>
            <a:off x="2968142" y="2825039"/>
            <a:ext cx="633679" cy="40005"/>
          </a:xfrm>
          <a:prstGeom prst="rect">
            <a:avLst/>
          </a:prstGeom>
          <a:solidFill>
            <a:srgbClr val="90EE90"/>
          </a:solidFill>
          <a:ln w="12700">
            <a:solidFill>
              <a:srgbClr val="90EE90"/>
            </a:solidFill>
            <a:prstDash val="solid"/>
          </a:ln>
        </p:spPr>
      </p:sp>
      <p:sp>
        <p:nvSpPr>
          <p:cNvPr id="62" name="Shape 60"/>
          <p:cNvSpPr/>
          <p:nvPr/>
        </p:nvSpPr>
        <p:spPr>
          <a:xfrm>
            <a:off x="2968142" y="2874645"/>
            <a:ext cx="633679" cy="40005"/>
          </a:xfrm>
          <a:prstGeom prst="rect">
            <a:avLst/>
          </a:prstGeom>
          <a:solidFill>
            <a:srgbClr val="FF6B6B"/>
          </a:solidFill>
          <a:ln w="12700">
            <a:solidFill>
              <a:srgbClr val="FF6B6B"/>
            </a:solidFill>
            <a:prstDash val="solid"/>
          </a:ln>
        </p:spPr>
      </p:sp>
      <p:sp>
        <p:nvSpPr>
          <p:cNvPr id="63" name="Shape 61"/>
          <p:cNvSpPr/>
          <p:nvPr/>
        </p:nvSpPr>
        <p:spPr>
          <a:xfrm>
            <a:off x="2968142" y="2924251"/>
            <a:ext cx="633679" cy="40005"/>
          </a:xfrm>
          <a:prstGeom prst="rect">
            <a:avLst/>
          </a:prstGeom>
          <a:solidFill>
            <a:srgbClr val="7FB2E5"/>
          </a:solidFill>
          <a:ln w="12700">
            <a:solidFill>
              <a:srgbClr val="7FB2E5"/>
            </a:solidFill>
            <a:prstDash val="solid"/>
          </a:ln>
        </p:spPr>
      </p:sp>
      <p:sp>
        <p:nvSpPr>
          <p:cNvPr id="64" name="Shape 62"/>
          <p:cNvSpPr/>
          <p:nvPr/>
        </p:nvSpPr>
        <p:spPr>
          <a:xfrm>
            <a:off x="2968142" y="2973857"/>
            <a:ext cx="633679" cy="40005"/>
          </a:xfrm>
          <a:prstGeom prst="rect">
            <a:avLst/>
          </a:prstGeom>
          <a:solidFill>
            <a:srgbClr val="B0B0B0"/>
          </a:solidFill>
          <a:ln w="12700">
            <a:solidFill>
              <a:srgbClr val="B0B0B0"/>
            </a:solidFill>
            <a:prstDash val="solid"/>
          </a:ln>
        </p:spPr>
      </p:sp>
      <p:sp>
        <p:nvSpPr>
          <p:cNvPr id="65" name="Shape 63"/>
          <p:cNvSpPr/>
          <p:nvPr/>
        </p:nvSpPr>
        <p:spPr>
          <a:xfrm>
            <a:off x="3640226" y="1580083"/>
            <a:ext cx="409651" cy="128016"/>
          </a:xfrm>
          <a:prstGeom prst="rect">
            <a:avLst/>
          </a:prstGeom>
          <a:solidFill>
            <a:srgbClr val="F4F4F4"/>
          </a:solidFill>
          <a:ln w="12700">
            <a:solidFill>
              <a:srgbClr val="000000"/>
            </a:solidFill>
            <a:prstDash val="solid"/>
          </a:ln>
        </p:spPr>
      </p:sp>
      <p:sp>
        <p:nvSpPr>
          <p:cNvPr id="66" name="Text 64"/>
          <p:cNvSpPr txBox="1"/>
          <p:nvPr/>
        </p:nvSpPr>
        <p:spPr>
          <a:xfrm>
            <a:off x="3640226" y="1580083"/>
            <a:ext cx="409651" cy="128016"/>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a:t>
            </a:r>
            <a:endParaRPr lang="en-US" sz="600" dirty="0"/>
          </a:p>
        </p:txBody>
      </p:sp>
      <p:sp>
        <p:nvSpPr>
          <p:cNvPr id="67" name="Shape 65"/>
          <p:cNvSpPr/>
          <p:nvPr/>
        </p:nvSpPr>
        <p:spPr>
          <a:xfrm>
            <a:off x="3640226" y="1746504"/>
            <a:ext cx="409651" cy="64008"/>
          </a:xfrm>
          <a:prstGeom prst="rect">
            <a:avLst/>
          </a:prstGeom>
          <a:solidFill>
            <a:srgbClr val="B9B4AE"/>
          </a:solidFill>
          <a:ln w="12700">
            <a:solidFill>
              <a:srgbClr val="B9B4AE"/>
            </a:solidFill>
            <a:prstDash val="solid"/>
          </a:ln>
        </p:spPr>
      </p:sp>
      <p:sp>
        <p:nvSpPr>
          <p:cNvPr id="68" name="Text 66"/>
          <p:cNvSpPr txBox="1"/>
          <p:nvPr/>
        </p:nvSpPr>
        <p:spPr>
          <a:xfrm>
            <a:off x="3659429" y="1746504"/>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69" name="Text 67"/>
          <p:cNvSpPr txBox="1"/>
          <p:nvPr/>
        </p:nvSpPr>
        <p:spPr>
          <a:xfrm>
            <a:off x="3659429" y="1823314"/>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70" name="Text 68"/>
          <p:cNvSpPr txBox="1"/>
          <p:nvPr/>
        </p:nvSpPr>
        <p:spPr>
          <a:xfrm>
            <a:off x="3659429" y="1900123"/>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71" name="Shape 69"/>
          <p:cNvSpPr/>
          <p:nvPr/>
        </p:nvSpPr>
        <p:spPr>
          <a:xfrm>
            <a:off x="3640226" y="1976933"/>
            <a:ext cx="409651" cy="64008"/>
          </a:xfrm>
          <a:prstGeom prst="rect">
            <a:avLst/>
          </a:prstGeom>
          <a:solidFill>
            <a:srgbClr val="B9B4AE"/>
          </a:solidFill>
          <a:ln w="12700">
            <a:solidFill>
              <a:srgbClr val="B9B4AE"/>
            </a:solidFill>
            <a:prstDash val="solid"/>
          </a:ln>
        </p:spPr>
      </p:sp>
      <p:sp>
        <p:nvSpPr>
          <p:cNvPr id="72" name="Text 70"/>
          <p:cNvSpPr txBox="1"/>
          <p:nvPr/>
        </p:nvSpPr>
        <p:spPr>
          <a:xfrm>
            <a:off x="3659429" y="1976933"/>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2</a:t>
            </a:r>
            <a:endParaRPr lang="en-US" sz="500" dirty="0"/>
          </a:p>
        </p:txBody>
      </p:sp>
      <p:sp>
        <p:nvSpPr>
          <p:cNvPr id="73" name="Shape 71"/>
          <p:cNvSpPr/>
          <p:nvPr/>
        </p:nvSpPr>
        <p:spPr>
          <a:xfrm>
            <a:off x="3797046" y="2930652"/>
            <a:ext cx="96012" cy="70409"/>
          </a:xfrm>
          <a:prstGeom prst="roundRect">
            <a:avLst>
              <a:gd name="adj" fmla="val 38961"/>
            </a:avLst>
          </a:prstGeom>
          <a:solidFill>
            <a:srgbClr val="DEDCD7"/>
          </a:solidFill>
          <a:ln w="6350">
            <a:solidFill>
              <a:srgbClr val="B5B2AB"/>
            </a:solidFill>
            <a:prstDash val="solid"/>
          </a:ln>
        </p:spPr>
      </p:sp>
      <p:sp>
        <p:nvSpPr>
          <p:cNvPr id="74" name="Text 72"/>
          <p:cNvSpPr txBox="1"/>
          <p:nvPr/>
        </p:nvSpPr>
        <p:spPr>
          <a:xfrm>
            <a:off x="3797046" y="2930652"/>
            <a:ext cx="96012" cy="70409"/>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a:t>
            </a:r>
            <a:endParaRPr lang="en-US" sz="600" dirty="0"/>
          </a:p>
        </p:txBody>
      </p:sp>
      <p:sp>
        <p:nvSpPr>
          <p:cNvPr id="75" name="Text 73"/>
          <p:cNvSpPr txBox="1"/>
          <p:nvPr/>
        </p:nvSpPr>
        <p:spPr>
          <a:xfrm>
            <a:off x="548640" y="3081528"/>
            <a:ext cx="35204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canvas 750 · panel 350</a:t>
            </a:r>
            <a:endParaRPr lang="en-US" sz="950" dirty="0"/>
          </a:p>
        </p:txBody>
      </p:sp>
      <p:sp>
        <p:nvSpPr>
          <p:cNvPr id="76" name="Text 74"/>
          <p:cNvSpPr txBox="1"/>
          <p:nvPr/>
        </p:nvSpPr>
        <p:spPr>
          <a:xfrm>
            <a:off x="548640" y="3392424"/>
            <a:ext cx="3520440" cy="91440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Default. Full tree and Create Group button. Chevron ›</a:t>
            </a:r>
            <a:endParaRPr lang="en-US" sz="1250" dirty="0"/>
          </a:p>
        </p:txBody>
      </p:sp>
      <p:sp>
        <p:nvSpPr>
          <p:cNvPr id="77" name="Text 75"/>
          <p:cNvSpPr txBox="1"/>
          <p:nvPr/>
        </p:nvSpPr>
        <p:spPr>
          <a:xfrm>
            <a:off x="4398264" y="1143000"/>
            <a:ext cx="3520440" cy="365760"/>
          </a:xfrm>
          <a:prstGeom prst="rect">
            <a:avLst/>
          </a:prstGeom>
          <a:noFill/>
          <a:ln/>
        </p:spPr>
        <p:txBody>
          <a:bodyPr wrap="square" lIns="0" tIns="0" rIns="0" bIns="0" rtlCol="0" anchor="ctr"/>
          <a:lstStyle/>
          <a:p>
            <a:pPr indent="0" marL="0">
              <a:buNone/>
            </a:pPr>
            <a:r>
              <a:rPr lang="en-US" sz="1800" b="1" dirty="0">
                <a:solidFill>
                  <a:srgbClr val="1E1E1C"/>
                </a:solidFill>
                <a:latin typeface="Calibri" pitchFamily="34" charset="0"/>
                <a:ea typeface="Calibri" pitchFamily="34" charset="-122"/>
                <a:cs typeface="Calibri" pitchFamily="34" charset="-120"/>
              </a:rPr>
              <a:t>Rail</a:t>
            </a:r>
            <a:endParaRPr lang="en-US" sz="1800" dirty="0"/>
          </a:p>
        </p:txBody>
      </p:sp>
      <p:sp>
        <p:nvSpPr>
          <p:cNvPr id="78" name="Shape 76"/>
          <p:cNvSpPr/>
          <p:nvPr/>
        </p:nvSpPr>
        <p:spPr>
          <a:xfrm>
            <a:off x="4398264" y="1554480"/>
            <a:ext cx="3520440" cy="1472184"/>
          </a:xfrm>
          <a:prstGeom prst="rect">
            <a:avLst/>
          </a:prstGeom>
          <a:solidFill>
            <a:srgbClr val="EBEBEB"/>
          </a:solidFill>
          <a:ln w="9525">
            <a:solidFill>
              <a:srgbClr val="B9B6B0"/>
            </a:solidFill>
            <a:prstDash val="solid"/>
          </a:ln>
        </p:spPr>
      </p:sp>
      <p:sp>
        <p:nvSpPr>
          <p:cNvPr id="79" name="Shape 77"/>
          <p:cNvSpPr/>
          <p:nvPr/>
        </p:nvSpPr>
        <p:spPr>
          <a:xfrm>
            <a:off x="4423867" y="1573682"/>
            <a:ext cx="155219" cy="76810"/>
          </a:xfrm>
          <a:prstGeom prst="rect">
            <a:avLst/>
          </a:prstGeom>
          <a:solidFill>
            <a:srgbClr val="D3D3D3"/>
          </a:solidFill>
          <a:ln w="12700">
            <a:solidFill>
              <a:srgbClr val="D3D3D3"/>
            </a:solidFill>
            <a:prstDash val="solid"/>
          </a:ln>
        </p:spPr>
      </p:sp>
      <p:sp>
        <p:nvSpPr>
          <p:cNvPr id="80" name="Shape 78"/>
          <p:cNvSpPr/>
          <p:nvPr/>
        </p:nvSpPr>
        <p:spPr>
          <a:xfrm>
            <a:off x="4595089" y="1573682"/>
            <a:ext cx="155219" cy="76810"/>
          </a:xfrm>
          <a:prstGeom prst="rect">
            <a:avLst/>
          </a:prstGeom>
          <a:solidFill>
            <a:srgbClr val="1B9E9E"/>
          </a:solidFill>
          <a:ln w="12700">
            <a:solidFill>
              <a:srgbClr val="1B9E9E"/>
            </a:solidFill>
            <a:prstDash val="solid"/>
          </a:ln>
        </p:spPr>
      </p:sp>
      <p:sp>
        <p:nvSpPr>
          <p:cNvPr id="81" name="Shape 79"/>
          <p:cNvSpPr/>
          <p:nvPr/>
        </p:nvSpPr>
        <p:spPr>
          <a:xfrm>
            <a:off x="4766310" y="1573682"/>
            <a:ext cx="155219" cy="76810"/>
          </a:xfrm>
          <a:prstGeom prst="rect">
            <a:avLst/>
          </a:prstGeom>
          <a:solidFill>
            <a:srgbClr val="F5C400"/>
          </a:solidFill>
          <a:ln w="12700">
            <a:solidFill>
              <a:srgbClr val="F5C400"/>
            </a:solidFill>
            <a:prstDash val="solid"/>
          </a:ln>
        </p:spPr>
      </p:sp>
      <p:sp>
        <p:nvSpPr>
          <p:cNvPr id="82" name="Shape 80"/>
          <p:cNvSpPr/>
          <p:nvPr/>
        </p:nvSpPr>
        <p:spPr>
          <a:xfrm>
            <a:off x="4937531" y="1573682"/>
            <a:ext cx="155219" cy="76810"/>
          </a:xfrm>
          <a:prstGeom prst="rect">
            <a:avLst/>
          </a:prstGeom>
          <a:solidFill>
            <a:srgbClr val="7B4A9E"/>
          </a:solidFill>
          <a:ln w="12700">
            <a:solidFill>
              <a:srgbClr val="7B4A9E"/>
            </a:solidFill>
            <a:prstDash val="solid"/>
          </a:ln>
        </p:spPr>
      </p:sp>
      <p:sp>
        <p:nvSpPr>
          <p:cNvPr id="83" name="Shape 81"/>
          <p:cNvSpPr/>
          <p:nvPr/>
        </p:nvSpPr>
        <p:spPr>
          <a:xfrm>
            <a:off x="5108753" y="1573682"/>
            <a:ext cx="155219" cy="76810"/>
          </a:xfrm>
          <a:prstGeom prst="rect">
            <a:avLst/>
          </a:prstGeom>
          <a:solidFill>
            <a:srgbClr val="E0640E"/>
          </a:solidFill>
          <a:ln w="12700">
            <a:solidFill>
              <a:srgbClr val="E0640E"/>
            </a:solidFill>
            <a:prstDash val="solid"/>
          </a:ln>
        </p:spPr>
      </p:sp>
      <p:sp>
        <p:nvSpPr>
          <p:cNvPr id="84" name="Shape 82"/>
          <p:cNvSpPr/>
          <p:nvPr/>
        </p:nvSpPr>
        <p:spPr>
          <a:xfrm>
            <a:off x="5279974" y="1573682"/>
            <a:ext cx="155219" cy="76810"/>
          </a:xfrm>
          <a:prstGeom prst="rect">
            <a:avLst/>
          </a:prstGeom>
          <a:solidFill>
            <a:srgbClr val="3A8CD8"/>
          </a:solidFill>
          <a:ln w="12700">
            <a:solidFill>
              <a:srgbClr val="3A8CD8"/>
            </a:solidFill>
            <a:prstDash val="solid"/>
          </a:ln>
        </p:spPr>
      </p:sp>
      <p:sp>
        <p:nvSpPr>
          <p:cNvPr id="85" name="Shape 83"/>
          <p:cNvSpPr/>
          <p:nvPr/>
        </p:nvSpPr>
        <p:spPr>
          <a:xfrm>
            <a:off x="5451196" y="1573682"/>
            <a:ext cx="155219" cy="76810"/>
          </a:xfrm>
          <a:prstGeom prst="rect">
            <a:avLst/>
          </a:prstGeom>
          <a:solidFill>
            <a:srgbClr val="E84A46"/>
          </a:solidFill>
          <a:ln w="12700">
            <a:solidFill>
              <a:srgbClr val="E84A46"/>
            </a:solidFill>
            <a:prstDash val="solid"/>
          </a:ln>
        </p:spPr>
      </p:sp>
      <p:sp>
        <p:nvSpPr>
          <p:cNvPr id="86" name="Shape 84"/>
          <p:cNvSpPr/>
          <p:nvPr/>
        </p:nvSpPr>
        <p:spPr>
          <a:xfrm>
            <a:off x="5622417" y="1573682"/>
            <a:ext cx="155219" cy="76810"/>
          </a:xfrm>
          <a:prstGeom prst="rect">
            <a:avLst/>
          </a:prstGeom>
          <a:solidFill>
            <a:srgbClr val="C7A7E8"/>
          </a:solidFill>
          <a:ln w="12700">
            <a:solidFill>
              <a:srgbClr val="C7A7E8"/>
            </a:solidFill>
            <a:prstDash val="solid"/>
          </a:ln>
        </p:spPr>
      </p:sp>
      <p:sp>
        <p:nvSpPr>
          <p:cNvPr id="87" name="Shape 85"/>
          <p:cNvSpPr/>
          <p:nvPr/>
        </p:nvSpPr>
        <p:spPr>
          <a:xfrm>
            <a:off x="5793638" y="1573682"/>
            <a:ext cx="155219" cy="76810"/>
          </a:xfrm>
          <a:prstGeom prst="rect">
            <a:avLst/>
          </a:prstGeom>
          <a:solidFill>
            <a:srgbClr val="F27EAE"/>
          </a:solidFill>
          <a:ln w="12700">
            <a:solidFill>
              <a:srgbClr val="F27EAE"/>
            </a:solidFill>
            <a:prstDash val="solid"/>
          </a:ln>
        </p:spPr>
      </p:sp>
      <p:sp>
        <p:nvSpPr>
          <p:cNvPr id="88" name="Shape 86"/>
          <p:cNvSpPr/>
          <p:nvPr/>
        </p:nvSpPr>
        <p:spPr>
          <a:xfrm>
            <a:off x="5964860" y="1573682"/>
            <a:ext cx="155219" cy="76810"/>
          </a:xfrm>
          <a:prstGeom prst="rect">
            <a:avLst/>
          </a:prstGeom>
          <a:solidFill>
            <a:srgbClr val="B58B7A"/>
          </a:solidFill>
          <a:ln w="12700">
            <a:solidFill>
              <a:srgbClr val="B58B7A"/>
            </a:solidFill>
            <a:prstDash val="solid"/>
          </a:ln>
        </p:spPr>
      </p:sp>
      <p:sp>
        <p:nvSpPr>
          <p:cNvPr id="89" name="Shape 87"/>
          <p:cNvSpPr/>
          <p:nvPr/>
        </p:nvSpPr>
        <p:spPr>
          <a:xfrm>
            <a:off x="6136081" y="1573682"/>
            <a:ext cx="155219" cy="76810"/>
          </a:xfrm>
          <a:prstGeom prst="rect">
            <a:avLst/>
          </a:prstGeom>
          <a:solidFill>
            <a:srgbClr val="A0475F"/>
          </a:solidFill>
          <a:ln w="12700">
            <a:solidFill>
              <a:srgbClr val="A0475F"/>
            </a:solidFill>
            <a:prstDash val="solid"/>
          </a:ln>
        </p:spPr>
      </p:sp>
      <p:sp>
        <p:nvSpPr>
          <p:cNvPr id="90" name="Shape 88"/>
          <p:cNvSpPr/>
          <p:nvPr/>
        </p:nvSpPr>
        <p:spPr>
          <a:xfrm>
            <a:off x="6307303" y="1573682"/>
            <a:ext cx="155219" cy="76810"/>
          </a:xfrm>
          <a:prstGeom prst="rect">
            <a:avLst/>
          </a:prstGeom>
          <a:solidFill>
            <a:srgbClr val="4BB543"/>
          </a:solidFill>
          <a:ln w="12700">
            <a:solidFill>
              <a:srgbClr val="4BB543"/>
            </a:solidFill>
            <a:prstDash val="solid"/>
          </a:ln>
        </p:spPr>
      </p:sp>
      <p:sp>
        <p:nvSpPr>
          <p:cNvPr id="91" name="Shape 89"/>
          <p:cNvSpPr/>
          <p:nvPr/>
        </p:nvSpPr>
        <p:spPr>
          <a:xfrm>
            <a:off x="6478524" y="1573682"/>
            <a:ext cx="155219" cy="76810"/>
          </a:xfrm>
          <a:prstGeom prst="rect">
            <a:avLst/>
          </a:prstGeom>
          <a:solidFill>
            <a:srgbClr val="B8BABB"/>
          </a:solidFill>
          <a:ln w="12700">
            <a:solidFill>
              <a:srgbClr val="B8BABB"/>
            </a:solidFill>
            <a:prstDash val="solid"/>
          </a:ln>
        </p:spPr>
      </p:sp>
      <p:sp>
        <p:nvSpPr>
          <p:cNvPr id="92" name="Shape 90"/>
          <p:cNvSpPr/>
          <p:nvPr/>
        </p:nvSpPr>
        <p:spPr>
          <a:xfrm>
            <a:off x="6649745" y="1573682"/>
            <a:ext cx="155219" cy="76810"/>
          </a:xfrm>
          <a:prstGeom prst="rect">
            <a:avLst/>
          </a:prstGeom>
          <a:solidFill>
            <a:srgbClr val="A34D92"/>
          </a:solidFill>
          <a:ln w="12700">
            <a:solidFill>
              <a:srgbClr val="A34D92"/>
            </a:solidFill>
            <a:prstDash val="solid"/>
          </a:ln>
        </p:spPr>
      </p:sp>
      <p:sp>
        <p:nvSpPr>
          <p:cNvPr id="93" name="Shape 91"/>
          <p:cNvSpPr/>
          <p:nvPr/>
        </p:nvSpPr>
        <p:spPr>
          <a:xfrm>
            <a:off x="6849770" y="1573682"/>
            <a:ext cx="160020" cy="76810"/>
          </a:xfrm>
          <a:prstGeom prst="rect">
            <a:avLst/>
          </a:prstGeom>
          <a:solidFill>
            <a:srgbClr val="F5C400"/>
          </a:solidFill>
          <a:ln w="12700">
            <a:solidFill>
              <a:srgbClr val="F5C400"/>
            </a:solidFill>
            <a:prstDash val="solid"/>
          </a:ln>
        </p:spPr>
      </p:sp>
      <p:sp>
        <p:nvSpPr>
          <p:cNvPr id="94" name="Shape 92"/>
          <p:cNvSpPr/>
          <p:nvPr/>
        </p:nvSpPr>
        <p:spPr>
          <a:xfrm>
            <a:off x="7022592" y="1573682"/>
            <a:ext cx="76810" cy="76810"/>
          </a:xfrm>
          <a:prstGeom prst="rect">
            <a:avLst/>
          </a:prstGeom>
          <a:solidFill>
            <a:srgbClr val="D0D0D0"/>
          </a:solidFill>
          <a:ln w="12700">
            <a:solidFill>
              <a:srgbClr val="D0D0D0"/>
            </a:solidFill>
            <a:prstDash val="solid"/>
          </a:ln>
        </p:spPr>
      </p:sp>
      <p:sp>
        <p:nvSpPr>
          <p:cNvPr id="95" name="Shape 93"/>
          <p:cNvSpPr/>
          <p:nvPr/>
        </p:nvSpPr>
        <p:spPr>
          <a:xfrm>
            <a:off x="4487875" y="1669694"/>
            <a:ext cx="3200" cy="1356970"/>
          </a:xfrm>
          <a:prstGeom prst="rect">
            <a:avLst/>
          </a:prstGeom>
          <a:solidFill>
            <a:srgbClr val="DADADA"/>
          </a:solidFill>
          <a:ln w="12700">
            <a:solidFill>
              <a:srgbClr val="DADADA"/>
            </a:solidFill>
            <a:prstDash val="solid"/>
          </a:ln>
        </p:spPr>
      </p:sp>
      <p:sp>
        <p:nvSpPr>
          <p:cNvPr id="96" name="Shape 94"/>
          <p:cNvSpPr/>
          <p:nvPr/>
        </p:nvSpPr>
        <p:spPr>
          <a:xfrm>
            <a:off x="4667098" y="1669694"/>
            <a:ext cx="3200" cy="1356970"/>
          </a:xfrm>
          <a:prstGeom prst="rect">
            <a:avLst/>
          </a:prstGeom>
          <a:solidFill>
            <a:srgbClr val="DADADA"/>
          </a:solidFill>
          <a:ln w="12700">
            <a:solidFill>
              <a:srgbClr val="DADADA"/>
            </a:solidFill>
            <a:prstDash val="solid"/>
          </a:ln>
        </p:spPr>
      </p:sp>
      <p:sp>
        <p:nvSpPr>
          <p:cNvPr id="97" name="Shape 95"/>
          <p:cNvSpPr/>
          <p:nvPr/>
        </p:nvSpPr>
        <p:spPr>
          <a:xfrm>
            <a:off x="4846320" y="1669694"/>
            <a:ext cx="3200" cy="1356970"/>
          </a:xfrm>
          <a:prstGeom prst="rect">
            <a:avLst/>
          </a:prstGeom>
          <a:solidFill>
            <a:srgbClr val="DADADA"/>
          </a:solidFill>
          <a:ln w="12700">
            <a:solidFill>
              <a:srgbClr val="DADADA"/>
            </a:solidFill>
            <a:prstDash val="solid"/>
          </a:ln>
        </p:spPr>
      </p:sp>
      <p:sp>
        <p:nvSpPr>
          <p:cNvPr id="98" name="Shape 96"/>
          <p:cNvSpPr/>
          <p:nvPr/>
        </p:nvSpPr>
        <p:spPr>
          <a:xfrm>
            <a:off x="5025542" y="1669694"/>
            <a:ext cx="3200" cy="1356970"/>
          </a:xfrm>
          <a:prstGeom prst="rect">
            <a:avLst/>
          </a:prstGeom>
          <a:solidFill>
            <a:srgbClr val="DADADA"/>
          </a:solidFill>
          <a:ln w="12700">
            <a:solidFill>
              <a:srgbClr val="DADADA"/>
            </a:solidFill>
            <a:prstDash val="solid"/>
          </a:ln>
        </p:spPr>
      </p:sp>
      <p:sp>
        <p:nvSpPr>
          <p:cNvPr id="99" name="Shape 97"/>
          <p:cNvSpPr/>
          <p:nvPr/>
        </p:nvSpPr>
        <p:spPr>
          <a:xfrm>
            <a:off x="5204765" y="1669694"/>
            <a:ext cx="3200" cy="1356970"/>
          </a:xfrm>
          <a:prstGeom prst="rect">
            <a:avLst/>
          </a:prstGeom>
          <a:solidFill>
            <a:srgbClr val="DADADA"/>
          </a:solidFill>
          <a:ln w="12700">
            <a:solidFill>
              <a:srgbClr val="DADADA"/>
            </a:solidFill>
            <a:prstDash val="solid"/>
          </a:ln>
        </p:spPr>
      </p:sp>
      <p:sp>
        <p:nvSpPr>
          <p:cNvPr id="100" name="Shape 98"/>
          <p:cNvSpPr/>
          <p:nvPr/>
        </p:nvSpPr>
        <p:spPr>
          <a:xfrm>
            <a:off x="5383987" y="1669694"/>
            <a:ext cx="3200" cy="1356970"/>
          </a:xfrm>
          <a:prstGeom prst="rect">
            <a:avLst/>
          </a:prstGeom>
          <a:solidFill>
            <a:srgbClr val="DADADA"/>
          </a:solidFill>
          <a:ln w="12700">
            <a:solidFill>
              <a:srgbClr val="DADADA"/>
            </a:solidFill>
            <a:prstDash val="solid"/>
          </a:ln>
        </p:spPr>
      </p:sp>
      <p:sp>
        <p:nvSpPr>
          <p:cNvPr id="101" name="Shape 99"/>
          <p:cNvSpPr/>
          <p:nvPr/>
        </p:nvSpPr>
        <p:spPr>
          <a:xfrm>
            <a:off x="5563210" y="1669694"/>
            <a:ext cx="3200" cy="1356970"/>
          </a:xfrm>
          <a:prstGeom prst="rect">
            <a:avLst/>
          </a:prstGeom>
          <a:solidFill>
            <a:srgbClr val="DADADA"/>
          </a:solidFill>
          <a:ln w="12700">
            <a:solidFill>
              <a:srgbClr val="DADADA"/>
            </a:solidFill>
            <a:prstDash val="solid"/>
          </a:ln>
        </p:spPr>
      </p:sp>
      <p:sp>
        <p:nvSpPr>
          <p:cNvPr id="102" name="Shape 100"/>
          <p:cNvSpPr/>
          <p:nvPr/>
        </p:nvSpPr>
        <p:spPr>
          <a:xfrm>
            <a:off x="5742432" y="1669694"/>
            <a:ext cx="3200" cy="1356970"/>
          </a:xfrm>
          <a:prstGeom prst="rect">
            <a:avLst/>
          </a:prstGeom>
          <a:solidFill>
            <a:srgbClr val="DADADA"/>
          </a:solidFill>
          <a:ln w="12700">
            <a:solidFill>
              <a:srgbClr val="DADADA"/>
            </a:solidFill>
            <a:prstDash val="solid"/>
          </a:ln>
        </p:spPr>
      </p:sp>
      <p:sp>
        <p:nvSpPr>
          <p:cNvPr id="103" name="Shape 101"/>
          <p:cNvSpPr/>
          <p:nvPr/>
        </p:nvSpPr>
        <p:spPr>
          <a:xfrm>
            <a:off x="5921654" y="1669694"/>
            <a:ext cx="3200" cy="1356970"/>
          </a:xfrm>
          <a:prstGeom prst="rect">
            <a:avLst/>
          </a:prstGeom>
          <a:solidFill>
            <a:srgbClr val="DADADA"/>
          </a:solidFill>
          <a:ln w="12700">
            <a:solidFill>
              <a:srgbClr val="DADADA"/>
            </a:solidFill>
            <a:prstDash val="solid"/>
          </a:ln>
        </p:spPr>
      </p:sp>
      <p:sp>
        <p:nvSpPr>
          <p:cNvPr id="104" name="Shape 102"/>
          <p:cNvSpPr/>
          <p:nvPr/>
        </p:nvSpPr>
        <p:spPr>
          <a:xfrm>
            <a:off x="6100877" y="1669694"/>
            <a:ext cx="3200" cy="1356970"/>
          </a:xfrm>
          <a:prstGeom prst="rect">
            <a:avLst/>
          </a:prstGeom>
          <a:solidFill>
            <a:srgbClr val="DADADA"/>
          </a:solidFill>
          <a:ln w="12700">
            <a:solidFill>
              <a:srgbClr val="DADADA"/>
            </a:solidFill>
            <a:prstDash val="solid"/>
          </a:ln>
        </p:spPr>
      </p:sp>
      <p:sp>
        <p:nvSpPr>
          <p:cNvPr id="105" name="Shape 103"/>
          <p:cNvSpPr/>
          <p:nvPr/>
        </p:nvSpPr>
        <p:spPr>
          <a:xfrm>
            <a:off x="6280099" y="1669694"/>
            <a:ext cx="3200" cy="1356970"/>
          </a:xfrm>
          <a:prstGeom prst="rect">
            <a:avLst/>
          </a:prstGeom>
          <a:solidFill>
            <a:srgbClr val="DADADA"/>
          </a:solidFill>
          <a:ln w="12700">
            <a:solidFill>
              <a:srgbClr val="DADADA"/>
            </a:solidFill>
            <a:prstDash val="solid"/>
          </a:ln>
        </p:spPr>
      </p:sp>
      <p:sp>
        <p:nvSpPr>
          <p:cNvPr id="106" name="Shape 104"/>
          <p:cNvSpPr/>
          <p:nvPr/>
        </p:nvSpPr>
        <p:spPr>
          <a:xfrm>
            <a:off x="6459322" y="1669694"/>
            <a:ext cx="3200" cy="1356970"/>
          </a:xfrm>
          <a:prstGeom prst="rect">
            <a:avLst/>
          </a:prstGeom>
          <a:solidFill>
            <a:srgbClr val="DADADA"/>
          </a:solidFill>
          <a:ln w="12700">
            <a:solidFill>
              <a:srgbClr val="DADADA"/>
            </a:solidFill>
            <a:prstDash val="solid"/>
          </a:ln>
        </p:spPr>
      </p:sp>
      <p:sp>
        <p:nvSpPr>
          <p:cNvPr id="107" name="Shape 105"/>
          <p:cNvSpPr/>
          <p:nvPr/>
        </p:nvSpPr>
        <p:spPr>
          <a:xfrm>
            <a:off x="6638544" y="1669694"/>
            <a:ext cx="3200" cy="1356970"/>
          </a:xfrm>
          <a:prstGeom prst="rect">
            <a:avLst/>
          </a:prstGeom>
          <a:solidFill>
            <a:srgbClr val="DADADA"/>
          </a:solidFill>
          <a:ln w="12700">
            <a:solidFill>
              <a:srgbClr val="DADADA"/>
            </a:solidFill>
            <a:prstDash val="solid"/>
          </a:ln>
        </p:spPr>
      </p:sp>
      <p:sp>
        <p:nvSpPr>
          <p:cNvPr id="108" name="Shape 106"/>
          <p:cNvSpPr/>
          <p:nvPr/>
        </p:nvSpPr>
        <p:spPr>
          <a:xfrm>
            <a:off x="6817766" y="1669694"/>
            <a:ext cx="3200" cy="1356970"/>
          </a:xfrm>
          <a:prstGeom prst="rect">
            <a:avLst/>
          </a:prstGeom>
          <a:solidFill>
            <a:srgbClr val="DADADA"/>
          </a:solidFill>
          <a:ln w="12700">
            <a:solidFill>
              <a:srgbClr val="DADADA"/>
            </a:solidFill>
            <a:prstDash val="solid"/>
          </a:ln>
        </p:spPr>
      </p:sp>
      <p:sp>
        <p:nvSpPr>
          <p:cNvPr id="109" name="Shape 107"/>
          <p:cNvSpPr/>
          <p:nvPr/>
        </p:nvSpPr>
        <p:spPr>
          <a:xfrm>
            <a:off x="6996989" y="1669694"/>
            <a:ext cx="3200" cy="1356970"/>
          </a:xfrm>
          <a:prstGeom prst="rect">
            <a:avLst/>
          </a:prstGeom>
          <a:solidFill>
            <a:srgbClr val="DADADA"/>
          </a:solidFill>
          <a:ln w="12700">
            <a:solidFill>
              <a:srgbClr val="DADADA"/>
            </a:solidFill>
            <a:prstDash val="solid"/>
          </a:ln>
        </p:spPr>
      </p:sp>
      <p:sp>
        <p:nvSpPr>
          <p:cNvPr id="110" name="Shape 108"/>
          <p:cNvSpPr/>
          <p:nvPr/>
        </p:nvSpPr>
        <p:spPr>
          <a:xfrm>
            <a:off x="4398264" y="1759306"/>
            <a:ext cx="2720340" cy="3200"/>
          </a:xfrm>
          <a:prstGeom prst="rect">
            <a:avLst/>
          </a:prstGeom>
          <a:solidFill>
            <a:srgbClr val="DADADA"/>
          </a:solidFill>
          <a:ln w="12700">
            <a:solidFill>
              <a:srgbClr val="DADADA"/>
            </a:solidFill>
            <a:prstDash val="solid"/>
          </a:ln>
        </p:spPr>
      </p:sp>
      <p:sp>
        <p:nvSpPr>
          <p:cNvPr id="111" name="Shape 109"/>
          <p:cNvSpPr/>
          <p:nvPr/>
        </p:nvSpPr>
        <p:spPr>
          <a:xfrm>
            <a:off x="4398264" y="1938528"/>
            <a:ext cx="2720340" cy="3200"/>
          </a:xfrm>
          <a:prstGeom prst="rect">
            <a:avLst/>
          </a:prstGeom>
          <a:solidFill>
            <a:srgbClr val="DADADA"/>
          </a:solidFill>
          <a:ln w="12700">
            <a:solidFill>
              <a:srgbClr val="DADADA"/>
            </a:solidFill>
            <a:prstDash val="solid"/>
          </a:ln>
        </p:spPr>
      </p:sp>
      <p:sp>
        <p:nvSpPr>
          <p:cNvPr id="112" name="Shape 110"/>
          <p:cNvSpPr/>
          <p:nvPr/>
        </p:nvSpPr>
        <p:spPr>
          <a:xfrm>
            <a:off x="4398264" y="2117750"/>
            <a:ext cx="2720340" cy="3200"/>
          </a:xfrm>
          <a:prstGeom prst="rect">
            <a:avLst/>
          </a:prstGeom>
          <a:solidFill>
            <a:srgbClr val="DADADA"/>
          </a:solidFill>
          <a:ln w="12700">
            <a:solidFill>
              <a:srgbClr val="DADADA"/>
            </a:solidFill>
            <a:prstDash val="solid"/>
          </a:ln>
        </p:spPr>
      </p:sp>
      <p:sp>
        <p:nvSpPr>
          <p:cNvPr id="113" name="Shape 111"/>
          <p:cNvSpPr/>
          <p:nvPr/>
        </p:nvSpPr>
        <p:spPr>
          <a:xfrm>
            <a:off x="4398264" y="2296973"/>
            <a:ext cx="2720340" cy="3200"/>
          </a:xfrm>
          <a:prstGeom prst="rect">
            <a:avLst/>
          </a:prstGeom>
          <a:solidFill>
            <a:srgbClr val="DADADA"/>
          </a:solidFill>
          <a:ln w="12700">
            <a:solidFill>
              <a:srgbClr val="DADADA"/>
            </a:solidFill>
            <a:prstDash val="solid"/>
          </a:ln>
        </p:spPr>
      </p:sp>
      <p:sp>
        <p:nvSpPr>
          <p:cNvPr id="114" name="Shape 112"/>
          <p:cNvSpPr/>
          <p:nvPr/>
        </p:nvSpPr>
        <p:spPr>
          <a:xfrm>
            <a:off x="4398264" y="2476195"/>
            <a:ext cx="2720340" cy="3200"/>
          </a:xfrm>
          <a:prstGeom prst="rect">
            <a:avLst/>
          </a:prstGeom>
          <a:solidFill>
            <a:srgbClr val="DADADA"/>
          </a:solidFill>
          <a:ln w="12700">
            <a:solidFill>
              <a:srgbClr val="DADADA"/>
            </a:solidFill>
            <a:prstDash val="solid"/>
          </a:ln>
        </p:spPr>
      </p:sp>
      <p:sp>
        <p:nvSpPr>
          <p:cNvPr id="115" name="Shape 113"/>
          <p:cNvSpPr/>
          <p:nvPr/>
        </p:nvSpPr>
        <p:spPr>
          <a:xfrm>
            <a:off x="4398264" y="2655418"/>
            <a:ext cx="2720340" cy="3200"/>
          </a:xfrm>
          <a:prstGeom prst="rect">
            <a:avLst/>
          </a:prstGeom>
          <a:solidFill>
            <a:srgbClr val="DADADA"/>
          </a:solidFill>
          <a:ln w="12700">
            <a:solidFill>
              <a:srgbClr val="DADADA"/>
            </a:solidFill>
            <a:prstDash val="solid"/>
          </a:ln>
        </p:spPr>
      </p:sp>
      <p:sp>
        <p:nvSpPr>
          <p:cNvPr id="116" name="Shape 114"/>
          <p:cNvSpPr/>
          <p:nvPr/>
        </p:nvSpPr>
        <p:spPr>
          <a:xfrm>
            <a:off x="4398264" y="2834640"/>
            <a:ext cx="2720340" cy="3200"/>
          </a:xfrm>
          <a:prstGeom prst="rect">
            <a:avLst/>
          </a:prstGeom>
          <a:solidFill>
            <a:srgbClr val="DADADA"/>
          </a:solidFill>
          <a:ln w="12700">
            <a:solidFill>
              <a:srgbClr val="DADADA"/>
            </a:solidFill>
            <a:prstDash val="solid"/>
          </a:ln>
        </p:spPr>
      </p:sp>
      <p:sp>
        <p:nvSpPr>
          <p:cNvPr id="117" name="Shape 115"/>
          <p:cNvSpPr/>
          <p:nvPr/>
        </p:nvSpPr>
        <p:spPr>
          <a:xfrm>
            <a:off x="4398264" y="3013862"/>
            <a:ext cx="2720340" cy="3200"/>
          </a:xfrm>
          <a:prstGeom prst="rect">
            <a:avLst/>
          </a:prstGeom>
          <a:solidFill>
            <a:srgbClr val="DADADA"/>
          </a:solidFill>
          <a:ln w="12700">
            <a:solidFill>
              <a:srgbClr val="DADADA"/>
            </a:solidFill>
            <a:prstDash val="solid"/>
          </a:ln>
        </p:spPr>
      </p:sp>
      <p:sp>
        <p:nvSpPr>
          <p:cNvPr id="118" name="Shape 116"/>
          <p:cNvSpPr/>
          <p:nvPr/>
        </p:nvSpPr>
        <p:spPr>
          <a:xfrm>
            <a:off x="7118604" y="1554480"/>
            <a:ext cx="800100" cy="1472184"/>
          </a:xfrm>
          <a:prstGeom prst="rect">
            <a:avLst/>
          </a:prstGeom>
          <a:solidFill>
            <a:srgbClr val="ECECEC"/>
          </a:solidFill>
          <a:ln w="6350">
            <a:solidFill>
              <a:srgbClr val="D2D0CB"/>
            </a:solidFill>
            <a:prstDash val="solid"/>
          </a:ln>
        </p:spPr>
      </p:sp>
      <p:sp>
        <p:nvSpPr>
          <p:cNvPr id="119" name="Shape 117"/>
          <p:cNvSpPr/>
          <p:nvPr/>
        </p:nvSpPr>
        <p:spPr>
          <a:xfrm>
            <a:off x="7310628" y="1586484"/>
            <a:ext cx="83210" cy="83210"/>
          </a:xfrm>
          <a:prstGeom prst="ellipse">
            <a:avLst/>
          </a:prstGeom>
          <a:solidFill>
            <a:srgbClr val="8E44E0"/>
          </a:solidFill>
          <a:ln w="12700">
            <a:solidFill>
              <a:srgbClr val="8E44E0"/>
            </a:solidFill>
            <a:prstDash val="solid"/>
          </a:ln>
        </p:spPr>
      </p:sp>
      <p:sp>
        <p:nvSpPr>
          <p:cNvPr id="120" name="Shape 118"/>
          <p:cNvSpPr/>
          <p:nvPr/>
        </p:nvSpPr>
        <p:spPr>
          <a:xfrm>
            <a:off x="7413041" y="1586484"/>
            <a:ext cx="83210" cy="83210"/>
          </a:xfrm>
          <a:prstGeom prst="ellipse">
            <a:avLst/>
          </a:prstGeom>
          <a:solidFill>
            <a:srgbClr val="7A7A7A"/>
          </a:solidFill>
          <a:ln w="12700">
            <a:solidFill>
              <a:srgbClr val="7A7A7A"/>
            </a:solidFill>
            <a:prstDash val="solid"/>
          </a:ln>
        </p:spPr>
      </p:sp>
      <p:sp>
        <p:nvSpPr>
          <p:cNvPr id="121" name="Shape 119"/>
          <p:cNvSpPr/>
          <p:nvPr/>
        </p:nvSpPr>
        <p:spPr>
          <a:xfrm>
            <a:off x="7515454" y="1586484"/>
            <a:ext cx="83210" cy="83210"/>
          </a:xfrm>
          <a:prstGeom prst="ellipse">
            <a:avLst/>
          </a:prstGeom>
          <a:solidFill>
            <a:srgbClr val="7A7A7A"/>
          </a:solidFill>
          <a:ln w="12700">
            <a:solidFill>
              <a:srgbClr val="7A7A7A"/>
            </a:solidFill>
            <a:prstDash val="solid"/>
          </a:ln>
        </p:spPr>
      </p:sp>
      <p:sp>
        <p:nvSpPr>
          <p:cNvPr id="122" name="Shape 120"/>
          <p:cNvSpPr/>
          <p:nvPr/>
        </p:nvSpPr>
        <p:spPr>
          <a:xfrm>
            <a:off x="7310628" y="1688897"/>
            <a:ext cx="83210" cy="83210"/>
          </a:xfrm>
          <a:prstGeom prst="ellipse">
            <a:avLst/>
          </a:prstGeom>
          <a:solidFill>
            <a:srgbClr val="F5C400"/>
          </a:solidFill>
          <a:ln w="12700">
            <a:solidFill>
              <a:srgbClr val="F5C400"/>
            </a:solidFill>
            <a:prstDash val="solid"/>
          </a:ln>
        </p:spPr>
      </p:sp>
      <p:sp>
        <p:nvSpPr>
          <p:cNvPr id="123" name="Shape 121"/>
          <p:cNvSpPr/>
          <p:nvPr/>
        </p:nvSpPr>
        <p:spPr>
          <a:xfrm>
            <a:off x="7413041" y="1688897"/>
            <a:ext cx="83210" cy="83210"/>
          </a:xfrm>
          <a:prstGeom prst="ellipse">
            <a:avLst/>
          </a:prstGeom>
          <a:solidFill>
            <a:srgbClr val="F5C400"/>
          </a:solidFill>
          <a:ln w="12700">
            <a:solidFill>
              <a:srgbClr val="F5C400"/>
            </a:solidFill>
            <a:prstDash val="solid"/>
          </a:ln>
        </p:spPr>
      </p:sp>
      <p:sp>
        <p:nvSpPr>
          <p:cNvPr id="124" name="Shape 122"/>
          <p:cNvSpPr/>
          <p:nvPr/>
        </p:nvSpPr>
        <p:spPr>
          <a:xfrm>
            <a:off x="7515454" y="1688897"/>
            <a:ext cx="83210" cy="83210"/>
          </a:xfrm>
          <a:prstGeom prst="ellipse">
            <a:avLst/>
          </a:prstGeom>
          <a:solidFill>
            <a:srgbClr val="8B0000"/>
          </a:solidFill>
          <a:ln w="12700">
            <a:solidFill>
              <a:srgbClr val="8B0000"/>
            </a:solidFill>
            <a:prstDash val="solid"/>
          </a:ln>
        </p:spPr>
      </p:sp>
      <p:sp>
        <p:nvSpPr>
          <p:cNvPr id="125" name="Shape 123"/>
          <p:cNvSpPr/>
          <p:nvPr/>
        </p:nvSpPr>
        <p:spPr>
          <a:xfrm>
            <a:off x="7310628" y="1791310"/>
            <a:ext cx="83210" cy="83210"/>
          </a:xfrm>
          <a:prstGeom prst="ellipse">
            <a:avLst/>
          </a:prstGeom>
          <a:solidFill>
            <a:srgbClr val="2FB94A"/>
          </a:solidFill>
          <a:ln w="12700">
            <a:solidFill>
              <a:srgbClr val="2FB94A"/>
            </a:solidFill>
            <a:prstDash val="solid"/>
          </a:ln>
        </p:spPr>
      </p:sp>
      <p:sp>
        <p:nvSpPr>
          <p:cNvPr id="126" name="Shape 124"/>
          <p:cNvSpPr/>
          <p:nvPr/>
        </p:nvSpPr>
        <p:spPr>
          <a:xfrm>
            <a:off x="7413041" y="1791310"/>
            <a:ext cx="83210" cy="83210"/>
          </a:xfrm>
          <a:prstGeom prst="ellipse">
            <a:avLst/>
          </a:prstGeom>
          <a:solidFill>
            <a:srgbClr val="C9A07A"/>
          </a:solidFill>
          <a:ln w="12700">
            <a:solidFill>
              <a:srgbClr val="C9A07A"/>
            </a:solidFill>
            <a:prstDash val="solid"/>
          </a:ln>
        </p:spPr>
      </p:sp>
      <p:sp>
        <p:nvSpPr>
          <p:cNvPr id="127" name="Shape 125"/>
          <p:cNvSpPr/>
          <p:nvPr/>
        </p:nvSpPr>
        <p:spPr>
          <a:xfrm>
            <a:off x="7515454" y="1791310"/>
            <a:ext cx="83210" cy="83210"/>
          </a:xfrm>
          <a:prstGeom prst="ellipse">
            <a:avLst/>
          </a:prstGeom>
          <a:solidFill>
            <a:srgbClr val="C9A07A"/>
          </a:solidFill>
          <a:ln w="12700">
            <a:solidFill>
              <a:srgbClr val="C9A07A"/>
            </a:solidFill>
            <a:prstDash val="solid"/>
          </a:ln>
        </p:spPr>
      </p:sp>
      <p:sp>
        <p:nvSpPr>
          <p:cNvPr id="128" name="Shape 126"/>
          <p:cNvSpPr/>
          <p:nvPr/>
        </p:nvSpPr>
        <p:spPr>
          <a:xfrm>
            <a:off x="7262622" y="2514600"/>
            <a:ext cx="384048" cy="86411"/>
          </a:xfrm>
          <a:prstGeom prst="rect">
            <a:avLst/>
          </a:prstGeom>
          <a:solidFill>
            <a:srgbClr val="8E7A9E"/>
          </a:solidFill>
          <a:ln w="12700">
            <a:solidFill>
              <a:srgbClr val="8E7A9E"/>
            </a:solidFill>
            <a:prstDash val="solid"/>
          </a:ln>
        </p:spPr>
      </p:sp>
      <p:sp>
        <p:nvSpPr>
          <p:cNvPr id="129" name="Shape 127"/>
          <p:cNvSpPr/>
          <p:nvPr/>
        </p:nvSpPr>
        <p:spPr>
          <a:xfrm>
            <a:off x="7649870" y="2521001"/>
            <a:ext cx="12802" cy="73609"/>
          </a:xfrm>
          <a:prstGeom prst="rect">
            <a:avLst/>
          </a:prstGeom>
          <a:solidFill>
            <a:srgbClr val="2FB94A"/>
          </a:solidFill>
          <a:ln w="12700">
            <a:solidFill>
              <a:srgbClr val="2FB94A"/>
            </a:solidFill>
            <a:prstDash val="solid"/>
          </a:ln>
        </p:spPr>
      </p:sp>
      <p:sp>
        <p:nvSpPr>
          <p:cNvPr id="130" name="Shape 128"/>
          <p:cNvSpPr/>
          <p:nvPr/>
        </p:nvSpPr>
        <p:spPr>
          <a:xfrm>
            <a:off x="7262622" y="2613812"/>
            <a:ext cx="384048" cy="86411"/>
          </a:xfrm>
          <a:prstGeom prst="rect">
            <a:avLst/>
          </a:prstGeom>
          <a:solidFill>
            <a:srgbClr val="C9A7E6"/>
          </a:solidFill>
          <a:ln w="12700">
            <a:solidFill>
              <a:srgbClr val="C9A7E6"/>
            </a:solidFill>
            <a:prstDash val="solid"/>
          </a:ln>
        </p:spPr>
      </p:sp>
      <p:sp>
        <p:nvSpPr>
          <p:cNvPr id="131" name="Shape 129"/>
          <p:cNvSpPr/>
          <p:nvPr/>
        </p:nvSpPr>
        <p:spPr>
          <a:xfrm>
            <a:off x="7649870" y="2620213"/>
            <a:ext cx="12802" cy="73609"/>
          </a:xfrm>
          <a:prstGeom prst="rect">
            <a:avLst/>
          </a:prstGeom>
          <a:solidFill>
            <a:srgbClr val="2FB94A"/>
          </a:solidFill>
          <a:ln w="12700">
            <a:solidFill>
              <a:srgbClr val="2FB94A"/>
            </a:solidFill>
            <a:prstDash val="solid"/>
          </a:ln>
        </p:spPr>
      </p:sp>
      <p:sp>
        <p:nvSpPr>
          <p:cNvPr id="132" name="Shape 130"/>
          <p:cNvSpPr/>
          <p:nvPr/>
        </p:nvSpPr>
        <p:spPr>
          <a:xfrm>
            <a:off x="7137806" y="2725826"/>
            <a:ext cx="633679" cy="40005"/>
          </a:xfrm>
          <a:prstGeom prst="rect">
            <a:avLst/>
          </a:prstGeom>
          <a:solidFill>
            <a:srgbClr val="E68FE0"/>
          </a:solidFill>
          <a:ln w="12700">
            <a:solidFill>
              <a:srgbClr val="E68FE0"/>
            </a:solidFill>
            <a:prstDash val="solid"/>
          </a:ln>
        </p:spPr>
      </p:sp>
      <p:sp>
        <p:nvSpPr>
          <p:cNvPr id="133" name="Shape 131"/>
          <p:cNvSpPr/>
          <p:nvPr/>
        </p:nvSpPr>
        <p:spPr>
          <a:xfrm>
            <a:off x="7137806" y="2775433"/>
            <a:ext cx="633679" cy="40005"/>
          </a:xfrm>
          <a:prstGeom prst="rect">
            <a:avLst/>
          </a:prstGeom>
          <a:solidFill>
            <a:srgbClr val="FFA500"/>
          </a:solidFill>
          <a:ln w="12700">
            <a:solidFill>
              <a:srgbClr val="FFA500"/>
            </a:solidFill>
            <a:prstDash val="solid"/>
          </a:ln>
        </p:spPr>
      </p:sp>
      <p:sp>
        <p:nvSpPr>
          <p:cNvPr id="134" name="Shape 132"/>
          <p:cNvSpPr/>
          <p:nvPr/>
        </p:nvSpPr>
        <p:spPr>
          <a:xfrm>
            <a:off x="7137806" y="2825039"/>
            <a:ext cx="633679" cy="40005"/>
          </a:xfrm>
          <a:prstGeom prst="rect">
            <a:avLst/>
          </a:prstGeom>
          <a:solidFill>
            <a:srgbClr val="90EE90"/>
          </a:solidFill>
          <a:ln w="12700">
            <a:solidFill>
              <a:srgbClr val="90EE90"/>
            </a:solidFill>
            <a:prstDash val="solid"/>
          </a:ln>
        </p:spPr>
      </p:sp>
      <p:sp>
        <p:nvSpPr>
          <p:cNvPr id="135" name="Shape 133"/>
          <p:cNvSpPr/>
          <p:nvPr/>
        </p:nvSpPr>
        <p:spPr>
          <a:xfrm>
            <a:off x="7137806" y="2874645"/>
            <a:ext cx="633679" cy="40005"/>
          </a:xfrm>
          <a:prstGeom prst="rect">
            <a:avLst/>
          </a:prstGeom>
          <a:solidFill>
            <a:srgbClr val="FF6B6B"/>
          </a:solidFill>
          <a:ln w="12700">
            <a:solidFill>
              <a:srgbClr val="FF6B6B"/>
            </a:solidFill>
            <a:prstDash val="solid"/>
          </a:ln>
        </p:spPr>
      </p:sp>
      <p:sp>
        <p:nvSpPr>
          <p:cNvPr id="136" name="Shape 134"/>
          <p:cNvSpPr/>
          <p:nvPr/>
        </p:nvSpPr>
        <p:spPr>
          <a:xfrm>
            <a:off x="7137806" y="2924251"/>
            <a:ext cx="633679" cy="40005"/>
          </a:xfrm>
          <a:prstGeom prst="rect">
            <a:avLst/>
          </a:prstGeom>
          <a:solidFill>
            <a:srgbClr val="7FB2E5"/>
          </a:solidFill>
          <a:ln w="12700">
            <a:solidFill>
              <a:srgbClr val="7FB2E5"/>
            </a:solidFill>
            <a:prstDash val="solid"/>
          </a:ln>
        </p:spPr>
      </p:sp>
      <p:sp>
        <p:nvSpPr>
          <p:cNvPr id="137" name="Shape 135"/>
          <p:cNvSpPr/>
          <p:nvPr/>
        </p:nvSpPr>
        <p:spPr>
          <a:xfrm>
            <a:off x="7137806" y="2973857"/>
            <a:ext cx="633679" cy="40005"/>
          </a:xfrm>
          <a:prstGeom prst="rect">
            <a:avLst/>
          </a:prstGeom>
          <a:solidFill>
            <a:srgbClr val="B0B0B0"/>
          </a:solidFill>
          <a:ln w="12700">
            <a:solidFill>
              <a:srgbClr val="B0B0B0"/>
            </a:solidFill>
            <a:prstDash val="solid"/>
          </a:ln>
        </p:spPr>
      </p:sp>
      <p:sp>
        <p:nvSpPr>
          <p:cNvPr id="138" name="Shape 136"/>
          <p:cNvSpPr/>
          <p:nvPr/>
        </p:nvSpPr>
        <p:spPr>
          <a:xfrm>
            <a:off x="7806690" y="1580083"/>
            <a:ext cx="96012" cy="96012"/>
          </a:xfrm>
          <a:prstGeom prst="rect">
            <a:avLst/>
          </a:prstGeom>
          <a:solidFill>
            <a:srgbClr val="F4F4F4"/>
          </a:solidFill>
          <a:ln w="12700">
            <a:solidFill>
              <a:srgbClr val="000000"/>
            </a:solidFill>
            <a:prstDash val="solid"/>
          </a:ln>
        </p:spPr>
      </p:sp>
      <p:sp>
        <p:nvSpPr>
          <p:cNvPr id="139" name="Text 137"/>
          <p:cNvSpPr txBox="1"/>
          <p:nvPr/>
        </p:nvSpPr>
        <p:spPr>
          <a:xfrm>
            <a:off x="7806690" y="1580083"/>
            <a:ext cx="96012" cy="96012"/>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a:t>
            </a:r>
            <a:endParaRPr lang="en-US" sz="600" dirty="0"/>
          </a:p>
        </p:txBody>
      </p:sp>
      <p:sp>
        <p:nvSpPr>
          <p:cNvPr id="140" name="Shape 138"/>
          <p:cNvSpPr/>
          <p:nvPr/>
        </p:nvSpPr>
        <p:spPr>
          <a:xfrm>
            <a:off x="7806690" y="1708099"/>
            <a:ext cx="96012" cy="76810"/>
          </a:xfrm>
          <a:prstGeom prst="rect">
            <a:avLst/>
          </a:prstGeom>
          <a:solidFill>
            <a:srgbClr val="B9B4AE"/>
          </a:solidFill>
          <a:ln w="12700">
            <a:solidFill>
              <a:srgbClr val="B9B4AE"/>
            </a:solidFill>
            <a:prstDash val="solid"/>
          </a:ln>
        </p:spPr>
      </p:sp>
      <p:sp>
        <p:nvSpPr>
          <p:cNvPr id="141" name="Text 139"/>
          <p:cNvSpPr txBox="1"/>
          <p:nvPr/>
        </p:nvSpPr>
        <p:spPr>
          <a:xfrm>
            <a:off x="7806690" y="1708099"/>
            <a:ext cx="96012" cy="76810"/>
          </a:xfrm>
          <a:prstGeom prst="rect">
            <a:avLst/>
          </a:prstGeom>
          <a:noFill/>
          <a:ln/>
        </p:spPr>
        <p:txBody>
          <a:bodyPr wrap="square" lIns="0" tIns="0" rIns="0" bIns="0" rtlCol="0" anchor="ctr"/>
          <a:lstStyle/>
          <a:p>
            <a:pPr algn="ctr" indent="0" marL="0">
              <a:buNone/>
            </a:pPr>
            <a:r>
              <a:rPr lang="en-US" sz="500" b="1" dirty="0">
                <a:solidFill>
                  <a:srgbClr val="1E1E1C"/>
                </a:solidFill>
                <a:latin typeface="Calibri" pitchFamily="34" charset="0"/>
                <a:ea typeface="Calibri" pitchFamily="34" charset="-122"/>
                <a:cs typeface="Calibri" pitchFamily="34" charset="-120"/>
              </a:rPr>
              <a:t>G1</a:t>
            </a:r>
            <a:endParaRPr lang="en-US" sz="500" dirty="0"/>
          </a:p>
        </p:txBody>
      </p:sp>
      <p:sp>
        <p:nvSpPr>
          <p:cNvPr id="142" name="Shape 140"/>
          <p:cNvSpPr/>
          <p:nvPr/>
        </p:nvSpPr>
        <p:spPr>
          <a:xfrm>
            <a:off x="7806690" y="1804111"/>
            <a:ext cx="96012" cy="76810"/>
          </a:xfrm>
          <a:prstGeom prst="rect">
            <a:avLst/>
          </a:prstGeom>
          <a:solidFill>
            <a:srgbClr val="B9B4AE"/>
          </a:solidFill>
          <a:ln w="12700">
            <a:solidFill>
              <a:srgbClr val="B9B4AE"/>
            </a:solidFill>
            <a:prstDash val="solid"/>
          </a:ln>
        </p:spPr>
      </p:sp>
      <p:sp>
        <p:nvSpPr>
          <p:cNvPr id="143" name="Text 141"/>
          <p:cNvSpPr txBox="1"/>
          <p:nvPr/>
        </p:nvSpPr>
        <p:spPr>
          <a:xfrm>
            <a:off x="7806690" y="1804111"/>
            <a:ext cx="96012" cy="76810"/>
          </a:xfrm>
          <a:prstGeom prst="rect">
            <a:avLst/>
          </a:prstGeom>
          <a:noFill/>
          <a:ln/>
        </p:spPr>
        <p:txBody>
          <a:bodyPr wrap="square" lIns="0" tIns="0" rIns="0" bIns="0" rtlCol="0" anchor="ctr"/>
          <a:lstStyle/>
          <a:p>
            <a:pPr algn="ctr" indent="0" marL="0">
              <a:buNone/>
            </a:pPr>
            <a:r>
              <a:rPr lang="en-US" sz="500" b="1" dirty="0">
                <a:solidFill>
                  <a:srgbClr val="1E1E1C"/>
                </a:solidFill>
                <a:latin typeface="Calibri" pitchFamily="34" charset="0"/>
                <a:ea typeface="Calibri" pitchFamily="34" charset="-122"/>
                <a:cs typeface="Calibri" pitchFamily="34" charset="-120"/>
              </a:rPr>
              <a:t>G2</a:t>
            </a:r>
            <a:endParaRPr lang="en-US" sz="500" dirty="0"/>
          </a:p>
        </p:txBody>
      </p:sp>
      <p:sp>
        <p:nvSpPr>
          <p:cNvPr id="144" name="Shape 142"/>
          <p:cNvSpPr/>
          <p:nvPr/>
        </p:nvSpPr>
        <p:spPr>
          <a:xfrm>
            <a:off x="7806690" y="2930652"/>
            <a:ext cx="96012" cy="70409"/>
          </a:xfrm>
          <a:prstGeom prst="roundRect">
            <a:avLst>
              <a:gd name="adj" fmla="val 38961"/>
            </a:avLst>
          </a:prstGeom>
          <a:solidFill>
            <a:srgbClr val="DEDCD7"/>
          </a:solidFill>
          <a:ln w="6350">
            <a:solidFill>
              <a:srgbClr val="B5B2AB"/>
            </a:solidFill>
            <a:prstDash val="solid"/>
          </a:ln>
        </p:spPr>
      </p:sp>
      <p:sp>
        <p:nvSpPr>
          <p:cNvPr id="145" name="Text 143"/>
          <p:cNvSpPr txBox="1"/>
          <p:nvPr/>
        </p:nvSpPr>
        <p:spPr>
          <a:xfrm>
            <a:off x="7806690" y="2930652"/>
            <a:ext cx="96012" cy="70409"/>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a:t>
            </a:r>
            <a:endParaRPr lang="en-US" sz="600" dirty="0"/>
          </a:p>
        </p:txBody>
      </p:sp>
      <p:sp>
        <p:nvSpPr>
          <p:cNvPr id="146" name="Text 144"/>
          <p:cNvSpPr txBox="1"/>
          <p:nvPr/>
        </p:nvSpPr>
        <p:spPr>
          <a:xfrm>
            <a:off x="4398264" y="3081528"/>
            <a:ext cx="35204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canvas 850 (+100) · panel 250 · rail 40</a:t>
            </a:r>
            <a:endParaRPr lang="en-US" sz="950" dirty="0"/>
          </a:p>
        </p:txBody>
      </p:sp>
      <p:sp>
        <p:nvSpPr>
          <p:cNvPr id="147" name="Text 145"/>
          <p:cNvSpPr txBox="1"/>
          <p:nvPr/>
        </p:nvSpPr>
        <p:spPr>
          <a:xfrm>
            <a:off x="4398264" y="3392424"/>
            <a:ext cx="3520440" cy="91440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 tile creates a group. G1, G2 tiles are the groups. Chevron ‹ expands.</a:t>
            </a:r>
            <a:endParaRPr lang="en-US" sz="1250" dirty="0"/>
          </a:p>
        </p:txBody>
      </p:sp>
      <p:sp>
        <p:nvSpPr>
          <p:cNvPr id="148" name="Text 146"/>
          <p:cNvSpPr txBox="1"/>
          <p:nvPr/>
        </p:nvSpPr>
        <p:spPr>
          <a:xfrm>
            <a:off x="8247888" y="1143000"/>
            <a:ext cx="3520440" cy="365760"/>
          </a:xfrm>
          <a:prstGeom prst="rect">
            <a:avLst/>
          </a:prstGeom>
          <a:noFill/>
          <a:ln/>
        </p:spPr>
        <p:txBody>
          <a:bodyPr wrap="square" lIns="0" tIns="0" rIns="0" bIns="0" rtlCol="0" anchor="ctr"/>
          <a:lstStyle/>
          <a:p>
            <a:pPr indent="0" marL="0">
              <a:buNone/>
            </a:pPr>
            <a:r>
              <a:rPr lang="en-US" sz="1800" b="1" dirty="0">
                <a:solidFill>
                  <a:srgbClr val="1E1E1C"/>
                </a:solidFill>
                <a:latin typeface="Calibri" pitchFamily="34" charset="0"/>
                <a:ea typeface="Calibri" pitchFamily="34" charset="-122"/>
                <a:cs typeface="Calibri" pitchFamily="34" charset="-120"/>
              </a:rPr>
              <a:t>Tile clicked</a:t>
            </a:r>
            <a:endParaRPr lang="en-US" sz="1800" dirty="0"/>
          </a:p>
        </p:txBody>
      </p:sp>
      <p:sp>
        <p:nvSpPr>
          <p:cNvPr id="149" name="Shape 147"/>
          <p:cNvSpPr/>
          <p:nvPr/>
        </p:nvSpPr>
        <p:spPr>
          <a:xfrm>
            <a:off x="8247888" y="1554480"/>
            <a:ext cx="3520440" cy="1472184"/>
          </a:xfrm>
          <a:prstGeom prst="rect">
            <a:avLst/>
          </a:prstGeom>
          <a:solidFill>
            <a:srgbClr val="EBEBEB"/>
          </a:solidFill>
          <a:ln w="9525">
            <a:solidFill>
              <a:srgbClr val="B9B6B0"/>
            </a:solidFill>
            <a:prstDash val="solid"/>
          </a:ln>
        </p:spPr>
      </p:sp>
      <p:sp>
        <p:nvSpPr>
          <p:cNvPr id="150" name="Shape 148"/>
          <p:cNvSpPr/>
          <p:nvPr/>
        </p:nvSpPr>
        <p:spPr>
          <a:xfrm>
            <a:off x="8273491" y="1573682"/>
            <a:ext cx="132359" cy="76810"/>
          </a:xfrm>
          <a:prstGeom prst="rect">
            <a:avLst/>
          </a:prstGeom>
          <a:solidFill>
            <a:srgbClr val="D3D3D3"/>
          </a:solidFill>
          <a:ln w="12700">
            <a:solidFill>
              <a:srgbClr val="D3D3D3"/>
            </a:solidFill>
            <a:prstDash val="solid"/>
          </a:ln>
        </p:spPr>
      </p:sp>
      <p:sp>
        <p:nvSpPr>
          <p:cNvPr id="151" name="Shape 149"/>
          <p:cNvSpPr/>
          <p:nvPr/>
        </p:nvSpPr>
        <p:spPr>
          <a:xfrm>
            <a:off x="8421853" y="1573682"/>
            <a:ext cx="132359" cy="76810"/>
          </a:xfrm>
          <a:prstGeom prst="rect">
            <a:avLst/>
          </a:prstGeom>
          <a:solidFill>
            <a:srgbClr val="1B9E9E"/>
          </a:solidFill>
          <a:ln w="12700">
            <a:solidFill>
              <a:srgbClr val="1B9E9E"/>
            </a:solidFill>
            <a:prstDash val="solid"/>
          </a:ln>
        </p:spPr>
      </p:sp>
      <p:sp>
        <p:nvSpPr>
          <p:cNvPr id="152" name="Shape 150"/>
          <p:cNvSpPr/>
          <p:nvPr/>
        </p:nvSpPr>
        <p:spPr>
          <a:xfrm>
            <a:off x="8570214" y="1573682"/>
            <a:ext cx="132359" cy="76810"/>
          </a:xfrm>
          <a:prstGeom prst="rect">
            <a:avLst/>
          </a:prstGeom>
          <a:solidFill>
            <a:srgbClr val="F5C400"/>
          </a:solidFill>
          <a:ln w="12700">
            <a:solidFill>
              <a:srgbClr val="F5C400"/>
            </a:solidFill>
            <a:prstDash val="solid"/>
          </a:ln>
        </p:spPr>
      </p:sp>
      <p:sp>
        <p:nvSpPr>
          <p:cNvPr id="153" name="Shape 151"/>
          <p:cNvSpPr/>
          <p:nvPr/>
        </p:nvSpPr>
        <p:spPr>
          <a:xfrm>
            <a:off x="8718575" y="1573682"/>
            <a:ext cx="132359" cy="76810"/>
          </a:xfrm>
          <a:prstGeom prst="rect">
            <a:avLst/>
          </a:prstGeom>
          <a:solidFill>
            <a:srgbClr val="7B4A9E"/>
          </a:solidFill>
          <a:ln w="12700">
            <a:solidFill>
              <a:srgbClr val="7B4A9E"/>
            </a:solidFill>
            <a:prstDash val="solid"/>
          </a:ln>
        </p:spPr>
      </p:sp>
      <p:sp>
        <p:nvSpPr>
          <p:cNvPr id="154" name="Shape 152"/>
          <p:cNvSpPr/>
          <p:nvPr/>
        </p:nvSpPr>
        <p:spPr>
          <a:xfrm>
            <a:off x="8866937" y="1573682"/>
            <a:ext cx="132359" cy="76810"/>
          </a:xfrm>
          <a:prstGeom prst="rect">
            <a:avLst/>
          </a:prstGeom>
          <a:solidFill>
            <a:srgbClr val="E0640E"/>
          </a:solidFill>
          <a:ln w="12700">
            <a:solidFill>
              <a:srgbClr val="E0640E"/>
            </a:solidFill>
            <a:prstDash val="solid"/>
          </a:ln>
        </p:spPr>
      </p:sp>
      <p:sp>
        <p:nvSpPr>
          <p:cNvPr id="155" name="Shape 153"/>
          <p:cNvSpPr/>
          <p:nvPr/>
        </p:nvSpPr>
        <p:spPr>
          <a:xfrm>
            <a:off x="9015298" y="1573682"/>
            <a:ext cx="132359" cy="76810"/>
          </a:xfrm>
          <a:prstGeom prst="rect">
            <a:avLst/>
          </a:prstGeom>
          <a:solidFill>
            <a:srgbClr val="3A8CD8"/>
          </a:solidFill>
          <a:ln w="12700">
            <a:solidFill>
              <a:srgbClr val="3A8CD8"/>
            </a:solidFill>
            <a:prstDash val="solid"/>
          </a:ln>
        </p:spPr>
      </p:sp>
      <p:sp>
        <p:nvSpPr>
          <p:cNvPr id="156" name="Shape 154"/>
          <p:cNvSpPr/>
          <p:nvPr/>
        </p:nvSpPr>
        <p:spPr>
          <a:xfrm>
            <a:off x="9163660" y="1573682"/>
            <a:ext cx="132359" cy="76810"/>
          </a:xfrm>
          <a:prstGeom prst="rect">
            <a:avLst/>
          </a:prstGeom>
          <a:solidFill>
            <a:srgbClr val="E84A46"/>
          </a:solidFill>
          <a:ln w="12700">
            <a:solidFill>
              <a:srgbClr val="E84A46"/>
            </a:solidFill>
            <a:prstDash val="solid"/>
          </a:ln>
        </p:spPr>
      </p:sp>
      <p:sp>
        <p:nvSpPr>
          <p:cNvPr id="157" name="Shape 155"/>
          <p:cNvSpPr/>
          <p:nvPr/>
        </p:nvSpPr>
        <p:spPr>
          <a:xfrm>
            <a:off x="9312021" y="1573682"/>
            <a:ext cx="132359" cy="76810"/>
          </a:xfrm>
          <a:prstGeom prst="rect">
            <a:avLst/>
          </a:prstGeom>
          <a:solidFill>
            <a:srgbClr val="C7A7E8"/>
          </a:solidFill>
          <a:ln w="12700">
            <a:solidFill>
              <a:srgbClr val="C7A7E8"/>
            </a:solidFill>
            <a:prstDash val="solid"/>
          </a:ln>
        </p:spPr>
      </p:sp>
      <p:sp>
        <p:nvSpPr>
          <p:cNvPr id="158" name="Shape 156"/>
          <p:cNvSpPr/>
          <p:nvPr/>
        </p:nvSpPr>
        <p:spPr>
          <a:xfrm>
            <a:off x="9460382" y="1573682"/>
            <a:ext cx="132359" cy="76810"/>
          </a:xfrm>
          <a:prstGeom prst="rect">
            <a:avLst/>
          </a:prstGeom>
          <a:solidFill>
            <a:srgbClr val="F27EAE"/>
          </a:solidFill>
          <a:ln w="12700">
            <a:solidFill>
              <a:srgbClr val="F27EAE"/>
            </a:solidFill>
            <a:prstDash val="solid"/>
          </a:ln>
        </p:spPr>
      </p:sp>
      <p:sp>
        <p:nvSpPr>
          <p:cNvPr id="159" name="Shape 157"/>
          <p:cNvSpPr/>
          <p:nvPr/>
        </p:nvSpPr>
        <p:spPr>
          <a:xfrm>
            <a:off x="9608744" y="1573682"/>
            <a:ext cx="132359" cy="76810"/>
          </a:xfrm>
          <a:prstGeom prst="rect">
            <a:avLst/>
          </a:prstGeom>
          <a:solidFill>
            <a:srgbClr val="B58B7A"/>
          </a:solidFill>
          <a:ln w="12700">
            <a:solidFill>
              <a:srgbClr val="B58B7A"/>
            </a:solidFill>
            <a:prstDash val="solid"/>
          </a:ln>
        </p:spPr>
      </p:sp>
      <p:sp>
        <p:nvSpPr>
          <p:cNvPr id="160" name="Shape 158"/>
          <p:cNvSpPr/>
          <p:nvPr/>
        </p:nvSpPr>
        <p:spPr>
          <a:xfrm>
            <a:off x="9757105" y="1573682"/>
            <a:ext cx="132359" cy="76810"/>
          </a:xfrm>
          <a:prstGeom prst="rect">
            <a:avLst/>
          </a:prstGeom>
          <a:solidFill>
            <a:srgbClr val="A0475F"/>
          </a:solidFill>
          <a:ln w="12700">
            <a:solidFill>
              <a:srgbClr val="A0475F"/>
            </a:solidFill>
            <a:prstDash val="solid"/>
          </a:ln>
        </p:spPr>
      </p:sp>
      <p:sp>
        <p:nvSpPr>
          <p:cNvPr id="161" name="Shape 159"/>
          <p:cNvSpPr/>
          <p:nvPr/>
        </p:nvSpPr>
        <p:spPr>
          <a:xfrm>
            <a:off x="9905467" y="1573682"/>
            <a:ext cx="132359" cy="76810"/>
          </a:xfrm>
          <a:prstGeom prst="rect">
            <a:avLst/>
          </a:prstGeom>
          <a:solidFill>
            <a:srgbClr val="4BB543"/>
          </a:solidFill>
          <a:ln w="12700">
            <a:solidFill>
              <a:srgbClr val="4BB543"/>
            </a:solidFill>
            <a:prstDash val="solid"/>
          </a:ln>
        </p:spPr>
      </p:sp>
      <p:sp>
        <p:nvSpPr>
          <p:cNvPr id="162" name="Shape 160"/>
          <p:cNvSpPr/>
          <p:nvPr/>
        </p:nvSpPr>
        <p:spPr>
          <a:xfrm>
            <a:off x="10053828" y="1573682"/>
            <a:ext cx="132359" cy="76810"/>
          </a:xfrm>
          <a:prstGeom prst="rect">
            <a:avLst/>
          </a:prstGeom>
          <a:solidFill>
            <a:srgbClr val="B8BABB"/>
          </a:solidFill>
          <a:ln w="12700">
            <a:solidFill>
              <a:srgbClr val="B8BABB"/>
            </a:solidFill>
            <a:prstDash val="solid"/>
          </a:ln>
        </p:spPr>
      </p:sp>
      <p:sp>
        <p:nvSpPr>
          <p:cNvPr id="163" name="Shape 161"/>
          <p:cNvSpPr/>
          <p:nvPr/>
        </p:nvSpPr>
        <p:spPr>
          <a:xfrm>
            <a:off x="10202189" y="1573682"/>
            <a:ext cx="132359" cy="76810"/>
          </a:xfrm>
          <a:prstGeom prst="rect">
            <a:avLst/>
          </a:prstGeom>
          <a:solidFill>
            <a:srgbClr val="A34D92"/>
          </a:solidFill>
          <a:ln w="12700">
            <a:solidFill>
              <a:srgbClr val="A34D92"/>
            </a:solidFill>
            <a:prstDash val="solid"/>
          </a:ln>
        </p:spPr>
      </p:sp>
      <p:sp>
        <p:nvSpPr>
          <p:cNvPr id="164" name="Shape 162"/>
          <p:cNvSpPr/>
          <p:nvPr/>
        </p:nvSpPr>
        <p:spPr>
          <a:xfrm>
            <a:off x="10379354" y="1573682"/>
            <a:ext cx="160020" cy="76810"/>
          </a:xfrm>
          <a:prstGeom prst="rect">
            <a:avLst/>
          </a:prstGeom>
          <a:solidFill>
            <a:srgbClr val="F5C400"/>
          </a:solidFill>
          <a:ln w="12700">
            <a:solidFill>
              <a:srgbClr val="F5C400"/>
            </a:solidFill>
            <a:prstDash val="solid"/>
          </a:ln>
        </p:spPr>
      </p:sp>
      <p:sp>
        <p:nvSpPr>
          <p:cNvPr id="165" name="Shape 163"/>
          <p:cNvSpPr/>
          <p:nvPr/>
        </p:nvSpPr>
        <p:spPr>
          <a:xfrm>
            <a:off x="10552176" y="1573682"/>
            <a:ext cx="76810" cy="76810"/>
          </a:xfrm>
          <a:prstGeom prst="rect">
            <a:avLst/>
          </a:prstGeom>
          <a:solidFill>
            <a:srgbClr val="D0D0D0"/>
          </a:solidFill>
          <a:ln w="12700">
            <a:solidFill>
              <a:srgbClr val="D0D0D0"/>
            </a:solidFill>
            <a:prstDash val="solid"/>
          </a:ln>
        </p:spPr>
      </p:sp>
      <p:sp>
        <p:nvSpPr>
          <p:cNvPr id="166" name="Shape 164"/>
          <p:cNvSpPr/>
          <p:nvPr/>
        </p:nvSpPr>
        <p:spPr>
          <a:xfrm>
            <a:off x="8337499" y="1669694"/>
            <a:ext cx="3200" cy="1356970"/>
          </a:xfrm>
          <a:prstGeom prst="rect">
            <a:avLst/>
          </a:prstGeom>
          <a:solidFill>
            <a:srgbClr val="DADADA"/>
          </a:solidFill>
          <a:ln w="12700">
            <a:solidFill>
              <a:srgbClr val="DADADA"/>
            </a:solidFill>
            <a:prstDash val="solid"/>
          </a:ln>
        </p:spPr>
      </p:sp>
      <p:sp>
        <p:nvSpPr>
          <p:cNvPr id="167" name="Shape 165"/>
          <p:cNvSpPr/>
          <p:nvPr/>
        </p:nvSpPr>
        <p:spPr>
          <a:xfrm>
            <a:off x="8516722" y="1669694"/>
            <a:ext cx="3200" cy="1356970"/>
          </a:xfrm>
          <a:prstGeom prst="rect">
            <a:avLst/>
          </a:prstGeom>
          <a:solidFill>
            <a:srgbClr val="DADADA"/>
          </a:solidFill>
          <a:ln w="12700">
            <a:solidFill>
              <a:srgbClr val="DADADA"/>
            </a:solidFill>
            <a:prstDash val="solid"/>
          </a:ln>
        </p:spPr>
      </p:sp>
      <p:sp>
        <p:nvSpPr>
          <p:cNvPr id="168" name="Shape 166"/>
          <p:cNvSpPr/>
          <p:nvPr/>
        </p:nvSpPr>
        <p:spPr>
          <a:xfrm>
            <a:off x="8695944" y="1669694"/>
            <a:ext cx="3200" cy="1356970"/>
          </a:xfrm>
          <a:prstGeom prst="rect">
            <a:avLst/>
          </a:prstGeom>
          <a:solidFill>
            <a:srgbClr val="DADADA"/>
          </a:solidFill>
          <a:ln w="12700">
            <a:solidFill>
              <a:srgbClr val="DADADA"/>
            </a:solidFill>
            <a:prstDash val="solid"/>
          </a:ln>
        </p:spPr>
      </p:sp>
      <p:sp>
        <p:nvSpPr>
          <p:cNvPr id="169" name="Shape 167"/>
          <p:cNvSpPr/>
          <p:nvPr/>
        </p:nvSpPr>
        <p:spPr>
          <a:xfrm>
            <a:off x="8875166" y="1669694"/>
            <a:ext cx="3200" cy="1356970"/>
          </a:xfrm>
          <a:prstGeom prst="rect">
            <a:avLst/>
          </a:prstGeom>
          <a:solidFill>
            <a:srgbClr val="DADADA"/>
          </a:solidFill>
          <a:ln w="12700">
            <a:solidFill>
              <a:srgbClr val="DADADA"/>
            </a:solidFill>
            <a:prstDash val="solid"/>
          </a:ln>
        </p:spPr>
      </p:sp>
      <p:sp>
        <p:nvSpPr>
          <p:cNvPr id="170" name="Shape 168"/>
          <p:cNvSpPr/>
          <p:nvPr/>
        </p:nvSpPr>
        <p:spPr>
          <a:xfrm>
            <a:off x="9054389" y="1669694"/>
            <a:ext cx="3200" cy="1356970"/>
          </a:xfrm>
          <a:prstGeom prst="rect">
            <a:avLst/>
          </a:prstGeom>
          <a:solidFill>
            <a:srgbClr val="DADADA"/>
          </a:solidFill>
          <a:ln w="12700">
            <a:solidFill>
              <a:srgbClr val="DADADA"/>
            </a:solidFill>
            <a:prstDash val="solid"/>
          </a:ln>
        </p:spPr>
      </p:sp>
      <p:sp>
        <p:nvSpPr>
          <p:cNvPr id="171" name="Shape 169"/>
          <p:cNvSpPr/>
          <p:nvPr/>
        </p:nvSpPr>
        <p:spPr>
          <a:xfrm>
            <a:off x="9233611" y="1669694"/>
            <a:ext cx="3200" cy="1356970"/>
          </a:xfrm>
          <a:prstGeom prst="rect">
            <a:avLst/>
          </a:prstGeom>
          <a:solidFill>
            <a:srgbClr val="DADADA"/>
          </a:solidFill>
          <a:ln w="12700">
            <a:solidFill>
              <a:srgbClr val="DADADA"/>
            </a:solidFill>
            <a:prstDash val="solid"/>
          </a:ln>
        </p:spPr>
      </p:sp>
      <p:sp>
        <p:nvSpPr>
          <p:cNvPr id="172" name="Shape 170"/>
          <p:cNvSpPr/>
          <p:nvPr/>
        </p:nvSpPr>
        <p:spPr>
          <a:xfrm>
            <a:off x="9412834" y="1669694"/>
            <a:ext cx="3200" cy="1356970"/>
          </a:xfrm>
          <a:prstGeom prst="rect">
            <a:avLst/>
          </a:prstGeom>
          <a:solidFill>
            <a:srgbClr val="DADADA"/>
          </a:solidFill>
          <a:ln w="12700">
            <a:solidFill>
              <a:srgbClr val="DADADA"/>
            </a:solidFill>
            <a:prstDash val="solid"/>
          </a:ln>
        </p:spPr>
      </p:sp>
      <p:sp>
        <p:nvSpPr>
          <p:cNvPr id="173" name="Shape 171"/>
          <p:cNvSpPr/>
          <p:nvPr/>
        </p:nvSpPr>
        <p:spPr>
          <a:xfrm>
            <a:off x="9592056" y="1669694"/>
            <a:ext cx="3200" cy="1356970"/>
          </a:xfrm>
          <a:prstGeom prst="rect">
            <a:avLst/>
          </a:prstGeom>
          <a:solidFill>
            <a:srgbClr val="DADADA"/>
          </a:solidFill>
          <a:ln w="12700">
            <a:solidFill>
              <a:srgbClr val="DADADA"/>
            </a:solidFill>
            <a:prstDash val="solid"/>
          </a:ln>
        </p:spPr>
      </p:sp>
      <p:sp>
        <p:nvSpPr>
          <p:cNvPr id="174" name="Shape 172"/>
          <p:cNvSpPr/>
          <p:nvPr/>
        </p:nvSpPr>
        <p:spPr>
          <a:xfrm>
            <a:off x="9771278" y="1669694"/>
            <a:ext cx="3200" cy="1356970"/>
          </a:xfrm>
          <a:prstGeom prst="rect">
            <a:avLst/>
          </a:prstGeom>
          <a:solidFill>
            <a:srgbClr val="DADADA"/>
          </a:solidFill>
          <a:ln w="12700">
            <a:solidFill>
              <a:srgbClr val="DADADA"/>
            </a:solidFill>
            <a:prstDash val="solid"/>
          </a:ln>
        </p:spPr>
      </p:sp>
      <p:sp>
        <p:nvSpPr>
          <p:cNvPr id="175" name="Shape 173"/>
          <p:cNvSpPr/>
          <p:nvPr/>
        </p:nvSpPr>
        <p:spPr>
          <a:xfrm>
            <a:off x="9950501" y="1669694"/>
            <a:ext cx="3200" cy="1356970"/>
          </a:xfrm>
          <a:prstGeom prst="rect">
            <a:avLst/>
          </a:prstGeom>
          <a:solidFill>
            <a:srgbClr val="DADADA"/>
          </a:solidFill>
          <a:ln w="12700">
            <a:solidFill>
              <a:srgbClr val="DADADA"/>
            </a:solidFill>
            <a:prstDash val="solid"/>
          </a:ln>
        </p:spPr>
      </p:sp>
      <p:sp>
        <p:nvSpPr>
          <p:cNvPr id="176" name="Shape 174"/>
          <p:cNvSpPr/>
          <p:nvPr/>
        </p:nvSpPr>
        <p:spPr>
          <a:xfrm>
            <a:off x="10129723" y="1669694"/>
            <a:ext cx="3200" cy="1356970"/>
          </a:xfrm>
          <a:prstGeom prst="rect">
            <a:avLst/>
          </a:prstGeom>
          <a:solidFill>
            <a:srgbClr val="DADADA"/>
          </a:solidFill>
          <a:ln w="12700">
            <a:solidFill>
              <a:srgbClr val="DADADA"/>
            </a:solidFill>
            <a:prstDash val="solid"/>
          </a:ln>
        </p:spPr>
      </p:sp>
      <p:sp>
        <p:nvSpPr>
          <p:cNvPr id="177" name="Shape 175"/>
          <p:cNvSpPr/>
          <p:nvPr/>
        </p:nvSpPr>
        <p:spPr>
          <a:xfrm>
            <a:off x="10308946" y="1669694"/>
            <a:ext cx="3200" cy="1356970"/>
          </a:xfrm>
          <a:prstGeom prst="rect">
            <a:avLst/>
          </a:prstGeom>
          <a:solidFill>
            <a:srgbClr val="DADADA"/>
          </a:solidFill>
          <a:ln w="12700">
            <a:solidFill>
              <a:srgbClr val="DADADA"/>
            </a:solidFill>
            <a:prstDash val="solid"/>
          </a:ln>
        </p:spPr>
      </p:sp>
      <p:sp>
        <p:nvSpPr>
          <p:cNvPr id="178" name="Shape 176"/>
          <p:cNvSpPr/>
          <p:nvPr/>
        </p:nvSpPr>
        <p:spPr>
          <a:xfrm>
            <a:off x="10488168" y="1669694"/>
            <a:ext cx="3200" cy="1356970"/>
          </a:xfrm>
          <a:prstGeom prst="rect">
            <a:avLst/>
          </a:prstGeom>
          <a:solidFill>
            <a:srgbClr val="DADADA"/>
          </a:solidFill>
          <a:ln w="12700">
            <a:solidFill>
              <a:srgbClr val="DADADA"/>
            </a:solidFill>
            <a:prstDash val="solid"/>
          </a:ln>
        </p:spPr>
      </p:sp>
      <p:sp>
        <p:nvSpPr>
          <p:cNvPr id="179" name="Shape 177"/>
          <p:cNvSpPr/>
          <p:nvPr/>
        </p:nvSpPr>
        <p:spPr>
          <a:xfrm>
            <a:off x="8247888" y="1759306"/>
            <a:ext cx="2400300" cy="3200"/>
          </a:xfrm>
          <a:prstGeom prst="rect">
            <a:avLst/>
          </a:prstGeom>
          <a:solidFill>
            <a:srgbClr val="DADADA"/>
          </a:solidFill>
          <a:ln w="12700">
            <a:solidFill>
              <a:srgbClr val="DADADA"/>
            </a:solidFill>
            <a:prstDash val="solid"/>
          </a:ln>
        </p:spPr>
      </p:sp>
      <p:sp>
        <p:nvSpPr>
          <p:cNvPr id="180" name="Shape 178"/>
          <p:cNvSpPr/>
          <p:nvPr/>
        </p:nvSpPr>
        <p:spPr>
          <a:xfrm>
            <a:off x="8247888" y="1938528"/>
            <a:ext cx="2400300" cy="3200"/>
          </a:xfrm>
          <a:prstGeom prst="rect">
            <a:avLst/>
          </a:prstGeom>
          <a:solidFill>
            <a:srgbClr val="DADADA"/>
          </a:solidFill>
          <a:ln w="12700">
            <a:solidFill>
              <a:srgbClr val="DADADA"/>
            </a:solidFill>
            <a:prstDash val="solid"/>
          </a:ln>
        </p:spPr>
      </p:sp>
      <p:sp>
        <p:nvSpPr>
          <p:cNvPr id="181" name="Shape 179"/>
          <p:cNvSpPr/>
          <p:nvPr/>
        </p:nvSpPr>
        <p:spPr>
          <a:xfrm>
            <a:off x="8247888" y="2117750"/>
            <a:ext cx="2400300" cy="3200"/>
          </a:xfrm>
          <a:prstGeom prst="rect">
            <a:avLst/>
          </a:prstGeom>
          <a:solidFill>
            <a:srgbClr val="DADADA"/>
          </a:solidFill>
          <a:ln w="12700">
            <a:solidFill>
              <a:srgbClr val="DADADA"/>
            </a:solidFill>
            <a:prstDash val="solid"/>
          </a:ln>
        </p:spPr>
      </p:sp>
      <p:sp>
        <p:nvSpPr>
          <p:cNvPr id="182" name="Shape 180"/>
          <p:cNvSpPr/>
          <p:nvPr/>
        </p:nvSpPr>
        <p:spPr>
          <a:xfrm>
            <a:off x="8247888" y="2296973"/>
            <a:ext cx="2400300" cy="3200"/>
          </a:xfrm>
          <a:prstGeom prst="rect">
            <a:avLst/>
          </a:prstGeom>
          <a:solidFill>
            <a:srgbClr val="DADADA"/>
          </a:solidFill>
          <a:ln w="12700">
            <a:solidFill>
              <a:srgbClr val="DADADA"/>
            </a:solidFill>
            <a:prstDash val="solid"/>
          </a:ln>
        </p:spPr>
      </p:sp>
      <p:sp>
        <p:nvSpPr>
          <p:cNvPr id="183" name="Shape 181"/>
          <p:cNvSpPr/>
          <p:nvPr/>
        </p:nvSpPr>
        <p:spPr>
          <a:xfrm>
            <a:off x="8247888" y="2476195"/>
            <a:ext cx="2400300" cy="3200"/>
          </a:xfrm>
          <a:prstGeom prst="rect">
            <a:avLst/>
          </a:prstGeom>
          <a:solidFill>
            <a:srgbClr val="DADADA"/>
          </a:solidFill>
          <a:ln w="12700">
            <a:solidFill>
              <a:srgbClr val="DADADA"/>
            </a:solidFill>
            <a:prstDash val="solid"/>
          </a:ln>
        </p:spPr>
      </p:sp>
      <p:sp>
        <p:nvSpPr>
          <p:cNvPr id="184" name="Shape 182"/>
          <p:cNvSpPr/>
          <p:nvPr/>
        </p:nvSpPr>
        <p:spPr>
          <a:xfrm>
            <a:off x="8247888" y="2655418"/>
            <a:ext cx="2400300" cy="3200"/>
          </a:xfrm>
          <a:prstGeom prst="rect">
            <a:avLst/>
          </a:prstGeom>
          <a:solidFill>
            <a:srgbClr val="DADADA"/>
          </a:solidFill>
          <a:ln w="12700">
            <a:solidFill>
              <a:srgbClr val="DADADA"/>
            </a:solidFill>
            <a:prstDash val="solid"/>
          </a:ln>
        </p:spPr>
      </p:sp>
      <p:sp>
        <p:nvSpPr>
          <p:cNvPr id="185" name="Shape 183"/>
          <p:cNvSpPr/>
          <p:nvPr/>
        </p:nvSpPr>
        <p:spPr>
          <a:xfrm>
            <a:off x="8247888" y="2834640"/>
            <a:ext cx="2400300" cy="3200"/>
          </a:xfrm>
          <a:prstGeom prst="rect">
            <a:avLst/>
          </a:prstGeom>
          <a:solidFill>
            <a:srgbClr val="DADADA"/>
          </a:solidFill>
          <a:ln w="12700">
            <a:solidFill>
              <a:srgbClr val="DADADA"/>
            </a:solidFill>
            <a:prstDash val="solid"/>
          </a:ln>
        </p:spPr>
      </p:sp>
      <p:sp>
        <p:nvSpPr>
          <p:cNvPr id="186" name="Shape 184"/>
          <p:cNvSpPr/>
          <p:nvPr/>
        </p:nvSpPr>
        <p:spPr>
          <a:xfrm>
            <a:off x="8247888" y="3013862"/>
            <a:ext cx="2400300" cy="3200"/>
          </a:xfrm>
          <a:prstGeom prst="rect">
            <a:avLst/>
          </a:prstGeom>
          <a:solidFill>
            <a:srgbClr val="DADADA"/>
          </a:solidFill>
          <a:ln w="12700">
            <a:solidFill>
              <a:srgbClr val="DADADA"/>
            </a:solidFill>
            <a:prstDash val="solid"/>
          </a:ln>
        </p:spPr>
      </p:sp>
      <p:sp>
        <p:nvSpPr>
          <p:cNvPr id="187" name="Shape 185"/>
          <p:cNvSpPr/>
          <p:nvPr/>
        </p:nvSpPr>
        <p:spPr>
          <a:xfrm>
            <a:off x="10648188" y="1554480"/>
            <a:ext cx="1120140" cy="1472184"/>
          </a:xfrm>
          <a:prstGeom prst="rect">
            <a:avLst/>
          </a:prstGeom>
          <a:solidFill>
            <a:srgbClr val="ECECEC"/>
          </a:solidFill>
          <a:ln w="6350">
            <a:solidFill>
              <a:srgbClr val="D2D0CB"/>
            </a:solidFill>
            <a:prstDash val="solid"/>
          </a:ln>
        </p:spPr>
      </p:sp>
      <p:sp>
        <p:nvSpPr>
          <p:cNvPr id="188" name="Shape 186"/>
          <p:cNvSpPr/>
          <p:nvPr/>
        </p:nvSpPr>
        <p:spPr>
          <a:xfrm>
            <a:off x="10840212" y="1586484"/>
            <a:ext cx="83210" cy="83210"/>
          </a:xfrm>
          <a:prstGeom prst="ellipse">
            <a:avLst/>
          </a:prstGeom>
          <a:solidFill>
            <a:srgbClr val="8E44E0"/>
          </a:solidFill>
          <a:ln w="12700">
            <a:solidFill>
              <a:srgbClr val="8E44E0"/>
            </a:solidFill>
            <a:prstDash val="solid"/>
          </a:ln>
        </p:spPr>
      </p:sp>
      <p:sp>
        <p:nvSpPr>
          <p:cNvPr id="189" name="Shape 187"/>
          <p:cNvSpPr/>
          <p:nvPr/>
        </p:nvSpPr>
        <p:spPr>
          <a:xfrm>
            <a:off x="10942625" y="1586484"/>
            <a:ext cx="83210" cy="83210"/>
          </a:xfrm>
          <a:prstGeom prst="ellipse">
            <a:avLst/>
          </a:prstGeom>
          <a:solidFill>
            <a:srgbClr val="7A7A7A"/>
          </a:solidFill>
          <a:ln w="12700">
            <a:solidFill>
              <a:srgbClr val="7A7A7A"/>
            </a:solidFill>
            <a:prstDash val="solid"/>
          </a:ln>
        </p:spPr>
      </p:sp>
      <p:sp>
        <p:nvSpPr>
          <p:cNvPr id="190" name="Shape 188"/>
          <p:cNvSpPr/>
          <p:nvPr/>
        </p:nvSpPr>
        <p:spPr>
          <a:xfrm>
            <a:off x="11045038" y="1586484"/>
            <a:ext cx="83210" cy="83210"/>
          </a:xfrm>
          <a:prstGeom prst="ellipse">
            <a:avLst/>
          </a:prstGeom>
          <a:solidFill>
            <a:srgbClr val="7A7A7A"/>
          </a:solidFill>
          <a:ln w="12700">
            <a:solidFill>
              <a:srgbClr val="7A7A7A"/>
            </a:solidFill>
            <a:prstDash val="solid"/>
          </a:ln>
        </p:spPr>
      </p:sp>
      <p:sp>
        <p:nvSpPr>
          <p:cNvPr id="191" name="Shape 189"/>
          <p:cNvSpPr/>
          <p:nvPr/>
        </p:nvSpPr>
        <p:spPr>
          <a:xfrm>
            <a:off x="10840212" y="1688897"/>
            <a:ext cx="83210" cy="83210"/>
          </a:xfrm>
          <a:prstGeom prst="ellipse">
            <a:avLst/>
          </a:prstGeom>
          <a:solidFill>
            <a:srgbClr val="F5C400"/>
          </a:solidFill>
          <a:ln w="12700">
            <a:solidFill>
              <a:srgbClr val="F5C400"/>
            </a:solidFill>
            <a:prstDash val="solid"/>
          </a:ln>
        </p:spPr>
      </p:sp>
      <p:sp>
        <p:nvSpPr>
          <p:cNvPr id="192" name="Shape 190"/>
          <p:cNvSpPr/>
          <p:nvPr/>
        </p:nvSpPr>
        <p:spPr>
          <a:xfrm>
            <a:off x="10942625" y="1688897"/>
            <a:ext cx="83210" cy="83210"/>
          </a:xfrm>
          <a:prstGeom prst="ellipse">
            <a:avLst/>
          </a:prstGeom>
          <a:solidFill>
            <a:srgbClr val="F5C400"/>
          </a:solidFill>
          <a:ln w="12700">
            <a:solidFill>
              <a:srgbClr val="F5C400"/>
            </a:solidFill>
            <a:prstDash val="solid"/>
          </a:ln>
        </p:spPr>
      </p:sp>
      <p:sp>
        <p:nvSpPr>
          <p:cNvPr id="193" name="Shape 191"/>
          <p:cNvSpPr/>
          <p:nvPr/>
        </p:nvSpPr>
        <p:spPr>
          <a:xfrm>
            <a:off x="11045038" y="1688897"/>
            <a:ext cx="83210" cy="83210"/>
          </a:xfrm>
          <a:prstGeom prst="ellipse">
            <a:avLst/>
          </a:prstGeom>
          <a:solidFill>
            <a:srgbClr val="8B0000"/>
          </a:solidFill>
          <a:ln w="12700">
            <a:solidFill>
              <a:srgbClr val="8B0000"/>
            </a:solidFill>
            <a:prstDash val="solid"/>
          </a:ln>
        </p:spPr>
      </p:sp>
      <p:sp>
        <p:nvSpPr>
          <p:cNvPr id="194" name="Shape 192"/>
          <p:cNvSpPr/>
          <p:nvPr/>
        </p:nvSpPr>
        <p:spPr>
          <a:xfrm>
            <a:off x="10840212" y="1791310"/>
            <a:ext cx="83210" cy="83210"/>
          </a:xfrm>
          <a:prstGeom prst="ellipse">
            <a:avLst/>
          </a:prstGeom>
          <a:solidFill>
            <a:srgbClr val="2FB94A"/>
          </a:solidFill>
          <a:ln w="12700">
            <a:solidFill>
              <a:srgbClr val="2FB94A"/>
            </a:solidFill>
            <a:prstDash val="solid"/>
          </a:ln>
        </p:spPr>
      </p:sp>
      <p:sp>
        <p:nvSpPr>
          <p:cNvPr id="195" name="Shape 193"/>
          <p:cNvSpPr/>
          <p:nvPr/>
        </p:nvSpPr>
        <p:spPr>
          <a:xfrm>
            <a:off x="10942625" y="1791310"/>
            <a:ext cx="83210" cy="83210"/>
          </a:xfrm>
          <a:prstGeom prst="ellipse">
            <a:avLst/>
          </a:prstGeom>
          <a:solidFill>
            <a:srgbClr val="C9A07A"/>
          </a:solidFill>
          <a:ln w="12700">
            <a:solidFill>
              <a:srgbClr val="C9A07A"/>
            </a:solidFill>
            <a:prstDash val="solid"/>
          </a:ln>
        </p:spPr>
      </p:sp>
      <p:sp>
        <p:nvSpPr>
          <p:cNvPr id="196" name="Shape 194"/>
          <p:cNvSpPr/>
          <p:nvPr/>
        </p:nvSpPr>
        <p:spPr>
          <a:xfrm>
            <a:off x="11045038" y="1791310"/>
            <a:ext cx="83210" cy="83210"/>
          </a:xfrm>
          <a:prstGeom prst="ellipse">
            <a:avLst/>
          </a:prstGeom>
          <a:solidFill>
            <a:srgbClr val="C9A07A"/>
          </a:solidFill>
          <a:ln w="12700">
            <a:solidFill>
              <a:srgbClr val="C9A07A"/>
            </a:solidFill>
            <a:prstDash val="solid"/>
          </a:ln>
        </p:spPr>
      </p:sp>
      <p:sp>
        <p:nvSpPr>
          <p:cNvPr id="197" name="Shape 195"/>
          <p:cNvSpPr/>
          <p:nvPr/>
        </p:nvSpPr>
        <p:spPr>
          <a:xfrm>
            <a:off x="10792206" y="2514600"/>
            <a:ext cx="384048" cy="86411"/>
          </a:xfrm>
          <a:prstGeom prst="rect">
            <a:avLst/>
          </a:prstGeom>
          <a:solidFill>
            <a:srgbClr val="8E7A9E"/>
          </a:solidFill>
          <a:ln w="12700">
            <a:solidFill>
              <a:srgbClr val="8E7A9E"/>
            </a:solidFill>
            <a:prstDash val="solid"/>
          </a:ln>
        </p:spPr>
      </p:sp>
      <p:sp>
        <p:nvSpPr>
          <p:cNvPr id="198" name="Shape 196"/>
          <p:cNvSpPr/>
          <p:nvPr/>
        </p:nvSpPr>
        <p:spPr>
          <a:xfrm>
            <a:off x="11179454" y="2521001"/>
            <a:ext cx="12802" cy="73609"/>
          </a:xfrm>
          <a:prstGeom prst="rect">
            <a:avLst/>
          </a:prstGeom>
          <a:solidFill>
            <a:srgbClr val="2FB94A"/>
          </a:solidFill>
          <a:ln w="12700">
            <a:solidFill>
              <a:srgbClr val="2FB94A"/>
            </a:solidFill>
            <a:prstDash val="solid"/>
          </a:ln>
        </p:spPr>
      </p:sp>
      <p:sp>
        <p:nvSpPr>
          <p:cNvPr id="199" name="Shape 197"/>
          <p:cNvSpPr/>
          <p:nvPr/>
        </p:nvSpPr>
        <p:spPr>
          <a:xfrm>
            <a:off x="10792206" y="2613812"/>
            <a:ext cx="384048" cy="86411"/>
          </a:xfrm>
          <a:prstGeom prst="rect">
            <a:avLst/>
          </a:prstGeom>
          <a:solidFill>
            <a:srgbClr val="C9A7E6"/>
          </a:solidFill>
          <a:ln w="12700">
            <a:solidFill>
              <a:srgbClr val="C9A7E6"/>
            </a:solidFill>
            <a:prstDash val="solid"/>
          </a:ln>
        </p:spPr>
      </p:sp>
      <p:sp>
        <p:nvSpPr>
          <p:cNvPr id="200" name="Shape 198"/>
          <p:cNvSpPr/>
          <p:nvPr/>
        </p:nvSpPr>
        <p:spPr>
          <a:xfrm>
            <a:off x="11179454" y="2620213"/>
            <a:ext cx="12802" cy="73609"/>
          </a:xfrm>
          <a:prstGeom prst="rect">
            <a:avLst/>
          </a:prstGeom>
          <a:solidFill>
            <a:srgbClr val="2FB94A"/>
          </a:solidFill>
          <a:ln w="12700">
            <a:solidFill>
              <a:srgbClr val="2FB94A"/>
            </a:solidFill>
            <a:prstDash val="solid"/>
          </a:ln>
        </p:spPr>
      </p:sp>
      <p:sp>
        <p:nvSpPr>
          <p:cNvPr id="201" name="Shape 199"/>
          <p:cNvSpPr/>
          <p:nvPr/>
        </p:nvSpPr>
        <p:spPr>
          <a:xfrm>
            <a:off x="10667390" y="2725826"/>
            <a:ext cx="633679" cy="40005"/>
          </a:xfrm>
          <a:prstGeom prst="rect">
            <a:avLst/>
          </a:prstGeom>
          <a:solidFill>
            <a:srgbClr val="E68FE0"/>
          </a:solidFill>
          <a:ln w="12700">
            <a:solidFill>
              <a:srgbClr val="E68FE0"/>
            </a:solidFill>
            <a:prstDash val="solid"/>
          </a:ln>
        </p:spPr>
      </p:sp>
      <p:sp>
        <p:nvSpPr>
          <p:cNvPr id="202" name="Shape 200"/>
          <p:cNvSpPr/>
          <p:nvPr/>
        </p:nvSpPr>
        <p:spPr>
          <a:xfrm>
            <a:off x="10667390" y="2775433"/>
            <a:ext cx="633679" cy="40005"/>
          </a:xfrm>
          <a:prstGeom prst="rect">
            <a:avLst/>
          </a:prstGeom>
          <a:solidFill>
            <a:srgbClr val="FFA500"/>
          </a:solidFill>
          <a:ln w="12700">
            <a:solidFill>
              <a:srgbClr val="FFA500"/>
            </a:solidFill>
            <a:prstDash val="solid"/>
          </a:ln>
        </p:spPr>
      </p:sp>
      <p:sp>
        <p:nvSpPr>
          <p:cNvPr id="203" name="Shape 201"/>
          <p:cNvSpPr/>
          <p:nvPr/>
        </p:nvSpPr>
        <p:spPr>
          <a:xfrm>
            <a:off x="10667390" y="2825039"/>
            <a:ext cx="633679" cy="40005"/>
          </a:xfrm>
          <a:prstGeom prst="rect">
            <a:avLst/>
          </a:prstGeom>
          <a:solidFill>
            <a:srgbClr val="90EE90"/>
          </a:solidFill>
          <a:ln w="12700">
            <a:solidFill>
              <a:srgbClr val="90EE90"/>
            </a:solidFill>
            <a:prstDash val="solid"/>
          </a:ln>
        </p:spPr>
      </p:sp>
      <p:sp>
        <p:nvSpPr>
          <p:cNvPr id="204" name="Shape 202"/>
          <p:cNvSpPr/>
          <p:nvPr/>
        </p:nvSpPr>
        <p:spPr>
          <a:xfrm>
            <a:off x="10667390" y="2874645"/>
            <a:ext cx="633679" cy="40005"/>
          </a:xfrm>
          <a:prstGeom prst="rect">
            <a:avLst/>
          </a:prstGeom>
          <a:solidFill>
            <a:srgbClr val="FF6B6B"/>
          </a:solidFill>
          <a:ln w="12700">
            <a:solidFill>
              <a:srgbClr val="FF6B6B"/>
            </a:solidFill>
            <a:prstDash val="solid"/>
          </a:ln>
        </p:spPr>
      </p:sp>
      <p:sp>
        <p:nvSpPr>
          <p:cNvPr id="205" name="Shape 203"/>
          <p:cNvSpPr/>
          <p:nvPr/>
        </p:nvSpPr>
        <p:spPr>
          <a:xfrm>
            <a:off x="10667390" y="2924251"/>
            <a:ext cx="633679" cy="40005"/>
          </a:xfrm>
          <a:prstGeom prst="rect">
            <a:avLst/>
          </a:prstGeom>
          <a:solidFill>
            <a:srgbClr val="7FB2E5"/>
          </a:solidFill>
          <a:ln w="12700">
            <a:solidFill>
              <a:srgbClr val="7FB2E5"/>
            </a:solidFill>
            <a:prstDash val="solid"/>
          </a:ln>
        </p:spPr>
      </p:sp>
      <p:sp>
        <p:nvSpPr>
          <p:cNvPr id="206" name="Shape 204"/>
          <p:cNvSpPr/>
          <p:nvPr/>
        </p:nvSpPr>
        <p:spPr>
          <a:xfrm>
            <a:off x="10667390" y="2973857"/>
            <a:ext cx="633679" cy="40005"/>
          </a:xfrm>
          <a:prstGeom prst="rect">
            <a:avLst/>
          </a:prstGeom>
          <a:solidFill>
            <a:srgbClr val="B0B0B0"/>
          </a:solidFill>
          <a:ln w="12700">
            <a:solidFill>
              <a:srgbClr val="B0B0B0"/>
            </a:solidFill>
            <a:prstDash val="solid"/>
          </a:ln>
        </p:spPr>
      </p:sp>
      <p:sp>
        <p:nvSpPr>
          <p:cNvPr id="207" name="Shape 205"/>
          <p:cNvSpPr/>
          <p:nvPr/>
        </p:nvSpPr>
        <p:spPr>
          <a:xfrm>
            <a:off x="11339474" y="1580083"/>
            <a:ext cx="409651" cy="128016"/>
          </a:xfrm>
          <a:prstGeom prst="rect">
            <a:avLst/>
          </a:prstGeom>
          <a:solidFill>
            <a:srgbClr val="F4F4F4"/>
          </a:solidFill>
          <a:ln w="12700">
            <a:solidFill>
              <a:srgbClr val="000000"/>
            </a:solidFill>
            <a:prstDash val="solid"/>
          </a:ln>
        </p:spPr>
      </p:sp>
      <p:sp>
        <p:nvSpPr>
          <p:cNvPr id="208" name="Text 206"/>
          <p:cNvSpPr txBox="1"/>
          <p:nvPr/>
        </p:nvSpPr>
        <p:spPr>
          <a:xfrm>
            <a:off x="11339474" y="1580083"/>
            <a:ext cx="409651" cy="128016"/>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Create</a:t>
            </a:r>
            <a:endParaRPr lang="en-US" sz="600" dirty="0"/>
          </a:p>
        </p:txBody>
      </p:sp>
      <p:sp>
        <p:nvSpPr>
          <p:cNvPr id="209" name="Shape 207"/>
          <p:cNvSpPr/>
          <p:nvPr/>
        </p:nvSpPr>
        <p:spPr>
          <a:xfrm>
            <a:off x="11339474" y="1746504"/>
            <a:ext cx="409651" cy="64008"/>
          </a:xfrm>
          <a:prstGeom prst="rect">
            <a:avLst/>
          </a:prstGeom>
          <a:solidFill>
            <a:srgbClr val="B9B4AE"/>
          </a:solidFill>
          <a:ln w="12700">
            <a:solidFill>
              <a:srgbClr val="B9B4AE"/>
            </a:solidFill>
            <a:prstDash val="solid"/>
          </a:ln>
        </p:spPr>
      </p:sp>
      <p:sp>
        <p:nvSpPr>
          <p:cNvPr id="210" name="Text 208"/>
          <p:cNvSpPr txBox="1"/>
          <p:nvPr/>
        </p:nvSpPr>
        <p:spPr>
          <a:xfrm>
            <a:off x="11358677" y="1746504"/>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Group 1</a:t>
            </a:r>
            <a:endParaRPr lang="en-US" sz="500" dirty="0"/>
          </a:p>
        </p:txBody>
      </p:sp>
      <p:sp>
        <p:nvSpPr>
          <p:cNvPr id="211" name="Text 209"/>
          <p:cNvSpPr txBox="1"/>
          <p:nvPr/>
        </p:nvSpPr>
        <p:spPr>
          <a:xfrm>
            <a:off x="11358677" y="1823314"/>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1_1</a:t>
            </a:r>
            <a:endParaRPr lang="en-US" sz="500" dirty="0"/>
          </a:p>
        </p:txBody>
      </p:sp>
      <p:sp>
        <p:nvSpPr>
          <p:cNvPr id="212" name="Text 210"/>
          <p:cNvSpPr txBox="1"/>
          <p:nvPr/>
        </p:nvSpPr>
        <p:spPr>
          <a:xfrm>
            <a:off x="11358677" y="1900123"/>
            <a:ext cx="384048" cy="64008"/>
          </a:xfrm>
          <a:prstGeom prst="rect">
            <a:avLst/>
          </a:prstGeom>
          <a:noFill/>
          <a:ln/>
        </p:spPr>
        <p:txBody>
          <a:bodyPr wrap="square" lIns="0" tIns="0" rIns="0" bIns="0" rtlCol="0" anchor="ctr"/>
          <a:lstStyle/>
          <a:p>
            <a:pPr indent="0" marL="0">
              <a:buNone/>
            </a:pPr>
            <a:r>
              <a:rPr lang="en-US" sz="500" dirty="0">
                <a:solidFill>
                  <a:srgbClr val="1E1E1C"/>
                </a:solidFill>
                <a:latin typeface="Calibri" pitchFamily="34" charset="0"/>
                <a:ea typeface="Calibri" pitchFamily="34" charset="-122"/>
                <a:cs typeface="Calibri" pitchFamily="34" charset="-120"/>
              </a:rPr>
              <a:t>  1_2</a:t>
            </a:r>
            <a:endParaRPr lang="en-US" sz="500" dirty="0"/>
          </a:p>
        </p:txBody>
      </p:sp>
      <p:sp>
        <p:nvSpPr>
          <p:cNvPr id="213" name="Shape 211"/>
          <p:cNvSpPr/>
          <p:nvPr/>
        </p:nvSpPr>
        <p:spPr>
          <a:xfrm>
            <a:off x="11339474" y="1976933"/>
            <a:ext cx="409651" cy="64008"/>
          </a:xfrm>
          <a:prstGeom prst="rect">
            <a:avLst/>
          </a:prstGeom>
          <a:solidFill>
            <a:srgbClr val="96938F"/>
          </a:solidFill>
          <a:ln w="12700">
            <a:solidFill>
              <a:srgbClr val="96938F"/>
            </a:solidFill>
            <a:prstDash val="solid"/>
          </a:ln>
        </p:spPr>
      </p:sp>
      <p:sp>
        <p:nvSpPr>
          <p:cNvPr id="214" name="Text 212"/>
          <p:cNvSpPr txBox="1"/>
          <p:nvPr/>
        </p:nvSpPr>
        <p:spPr>
          <a:xfrm>
            <a:off x="11358677" y="1976933"/>
            <a:ext cx="384048" cy="64008"/>
          </a:xfrm>
          <a:prstGeom prst="rect">
            <a:avLst/>
          </a:prstGeom>
          <a:noFill/>
          <a:ln/>
        </p:spPr>
        <p:txBody>
          <a:bodyPr wrap="square" lIns="0" tIns="0" rIns="0" bIns="0" rtlCol="0" anchor="ctr"/>
          <a:lstStyle/>
          <a:p>
            <a:pPr indent="0" marL="0">
              <a:buNone/>
            </a:pPr>
            <a:r>
              <a:rPr lang="en-US" sz="500" dirty="0">
                <a:solidFill>
                  <a:srgbClr val="FFFFFF"/>
                </a:solidFill>
                <a:latin typeface="Calibri" pitchFamily="34" charset="0"/>
                <a:ea typeface="Calibri" pitchFamily="34" charset="-122"/>
                <a:cs typeface="Calibri" pitchFamily="34" charset="-120"/>
              </a:rPr>
              <a:t>Group 2</a:t>
            </a:r>
            <a:endParaRPr lang="en-US" sz="500" dirty="0"/>
          </a:p>
        </p:txBody>
      </p:sp>
      <p:sp>
        <p:nvSpPr>
          <p:cNvPr id="215" name="Shape 213"/>
          <p:cNvSpPr/>
          <p:nvPr/>
        </p:nvSpPr>
        <p:spPr>
          <a:xfrm>
            <a:off x="11496294" y="2930652"/>
            <a:ext cx="96012" cy="70409"/>
          </a:xfrm>
          <a:prstGeom prst="roundRect">
            <a:avLst>
              <a:gd name="adj" fmla="val 38961"/>
            </a:avLst>
          </a:prstGeom>
          <a:solidFill>
            <a:srgbClr val="DEDCD7"/>
          </a:solidFill>
          <a:ln w="6350">
            <a:solidFill>
              <a:srgbClr val="B5B2AB"/>
            </a:solidFill>
            <a:prstDash val="solid"/>
          </a:ln>
        </p:spPr>
      </p:sp>
      <p:sp>
        <p:nvSpPr>
          <p:cNvPr id="216" name="Text 214"/>
          <p:cNvSpPr txBox="1"/>
          <p:nvPr/>
        </p:nvSpPr>
        <p:spPr>
          <a:xfrm>
            <a:off x="11496294" y="2930652"/>
            <a:ext cx="96012" cy="70409"/>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a:t>
            </a:r>
            <a:endParaRPr lang="en-US" sz="600" dirty="0"/>
          </a:p>
        </p:txBody>
      </p:sp>
      <p:sp>
        <p:nvSpPr>
          <p:cNvPr id="217" name="Text 215"/>
          <p:cNvSpPr txBox="1"/>
          <p:nvPr/>
        </p:nvSpPr>
        <p:spPr>
          <a:xfrm>
            <a:off x="8247888" y="3081528"/>
            <a:ext cx="35204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canvas 750 · panel 350</a:t>
            </a:r>
            <a:endParaRPr lang="en-US" sz="950" dirty="0"/>
          </a:p>
        </p:txBody>
      </p:sp>
      <p:sp>
        <p:nvSpPr>
          <p:cNvPr id="218" name="Text 216"/>
          <p:cNvSpPr txBox="1"/>
          <p:nvPr/>
        </p:nvSpPr>
        <p:spPr>
          <a:xfrm>
            <a:off x="8247888" y="3392424"/>
            <a:ext cx="3520440" cy="91440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Clicking G2 expands the column with Group 2 selected and scrolled into view.</a:t>
            </a:r>
            <a:endParaRPr lang="en-US" sz="1250" dirty="0"/>
          </a:p>
        </p:txBody>
      </p:sp>
      <p:sp>
        <p:nvSpPr>
          <p:cNvPr id="219" name="Shape 217"/>
          <p:cNvSpPr/>
          <p:nvPr/>
        </p:nvSpPr>
        <p:spPr>
          <a:xfrm>
            <a:off x="4114800" y="2144268"/>
            <a:ext cx="237744" cy="292608"/>
          </a:xfrm>
          <a:prstGeom prst="rightArrow">
            <a:avLst/>
          </a:prstGeom>
          <a:solidFill>
            <a:srgbClr val="B9B4AE"/>
          </a:solidFill>
          <a:ln w="12700">
            <a:solidFill>
              <a:srgbClr val="B9B4AE"/>
            </a:solidFill>
            <a:prstDash val="solid"/>
          </a:ln>
        </p:spPr>
      </p:sp>
      <p:sp>
        <p:nvSpPr>
          <p:cNvPr id="220" name="Shape 218"/>
          <p:cNvSpPr/>
          <p:nvPr/>
        </p:nvSpPr>
        <p:spPr>
          <a:xfrm>
            <a:off x="7964424" y="2144268"/>
            <a:ext cx="237744" cy="292608"/>
          </a:xfrm>
          <a:prstGeom prst="rightArrow">
            <a:avLst/>
          </a:prstGeom>
          <a:solidFill>
            <a:srgbClr val="B9B4AE"/>
          </a:solidFill>
          <a:ln w="12700">
            <a:solidFill>
              <a:srgbClr val="B9B4AE"/>
            </a:solidFill>
            <a:prstDash val="solid"/>
          </a:ln>
        </p:spPr>
      </p:sp>
      <p:sp>
        <p:nvSpPr>
          <p:cNvPr id="221" name="Shape 219"/>
          <p:cNvSpPr/>
          <p:nvPr/>
        </p:nvSpPr>
        <p:spPr>
          <a:xfrm>
            <a:off x="548640" y="4352544"/>
            <a:ext cx="11064240" cy="914400"/>
          </a:xfrm>
          <a:prstGeom prst="roundRect">
            <a:avLst>
              <a:gd name="adj" fmla="val 8000"/>
            </a:avLst>
          </a:prstGeom>
          <a:solidFill>
            <a:srgbClr val="F3F2EF"/>
          </a:solidFill>
          <a:ln w="9525">
            <a:solidFill>
              <a:srgbClr val="DCD9D2"/>
            </a:solidFill>
            <a:prstDash val="solid"/>
          </a:ln>
        </p:spPr>
      </p:sp>
      <p:sp>
        <p:nvSpPr>
          <p:cNvPr id="222" name="Text 220"/>
          <p:cNvSpPr txBox="1"/>
          <p:nvPr/>
        </p:nvSpPr>
        <p:spPr>
          <a:xfrm>
            <a:off x="777240" y="4489704"/>
            <a:ext cx="10607040" cy="731520"/>
          </a:xfrm>
          <a:prstGeom prst="rect">
            <a:avLst/>
          </a:prstGeom>
          <a:noFill/>
          <a:ln/>
        </p:spPr>
        <p:txBody>
          <a:bodyPr wrap="square" lIns="0" tIns="0" rIns="0" bIns="0" rtlCol="0" anchor="t"/>
          <a:lstStyle/>
          <a:p>
            <a:pPr indent="0" marL="0">
              <a:buNone/>
            </a:pPr>
            <a:r>
              <a:rPr lang="en-US" sz="1250" dirty="0">
                <a:solidFill>
                  <a:srgbClr val="1E1E1C"/>
                </a:solidFill>
                <a:latin typeface="Calibri" pitchFamily="34" charset="0"/>
                <a:ea typeface="Calibri" pitchFamily="34" charset="-122"/>
                <a:cs typeface="Calibri" pitchFamily="34" charset="-120"/>
              </a:rPr>
              <a:t>Transitions   Expanded → Rail: click the chevron or Ctrl+G.   Rail → Expanded: click the chevron, Ctrl+G, or click any group tile (expands with that group selected).   Rail + tile: the + tile opens the Create Group dialog without expanding.</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3 · B3 icon rail</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19</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B3 · STEP BY STEP</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Slim the column, keep working from the rail</a:t>
            </a:r>
            <a:endParaRPr lang="en-US" sz="3200" dirty="0"/>
          </a:p>
        </p:txBody>
      </p:sp>
      <p:sp>
        <p:nvSpPr>
          <p:cNvPr id="6" name="Shape 4"/>
          <p:cNvSpPr/>
          <p:nvPr/>
        </p:nvSpPr>
        <p:spPr>
          <a:xfrm>
            <a:off x="548640" y="1344168"/>
            <a:ext cx="347472" cy="347472"/>
          </a:xfrm>
          <a:prstGeom prst="ellipse">
            <a:avLst/>
          </a:prstGeom>
          <a:solidFill>
            <a:srgbClr val="C2410C"/>
          </a:solidFill>
          <a:ln w="12700">
            <a:solidFill>
              <a:srgbClr val="C2410C"/>
            </a:solidFill>
            <a:prstDash val="solid"/>
          </a:ln>
        </p:spPr>
      </p:sp>
      <p:sp>
        <p:nvSpPr>
          <p:cNvPr id="7" name="Text 5"/>
          <p:cNvSpPr txBox="1"/>
          <p:nvPr/>
        </p:nvSpPr>
        <p:spPr>
          <a:xfrm>
            <a:off x="548640" y="13441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51560" y="132588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Click the chevron</a:t>
            </a:r>
            <a:endParaRPr lang="en-US" sz="1500" dirty="0"/>
          </a:p>
        </p:txBody>
      </p:sp>
      <p:sp>
        <p:nvSpPr>
          <p:cNvPr id="9" name="Text 7"/>
          <p:cNvSpPr txBox="1"/>
          <p:nvPr/>
        </p:nvSpPr>
        <p:spPr>
          <a:xfrm>
            <a:off x="1051560" y="170992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At the bottom of the group column. The column animates from 140 to 40 px (250 ms); the tree fades, the tiles fade in. Layer panel 250 px, canvas +100 px. Tooltip becomes "Expand groups".</a:t>
            </a:r>
            <a:endParaRPr lang="en-US" sz="1200" dirty="0"/>
          </a:p>
        </p:txBody>
      </p:sp>
      <p:sp>
        <p:nvSpPr>
          <p:cNvPr id="10" name="Shape 8"/>
          <p:cNvSpPr/>
          <p:nvPr/>
        </p:nvSpPr>
        <p:spPr>
          <a:xfrm>
            <a:off x="548640" y="2990088"/>
            <a:ext cx="347472" cy="347472"/>
          </a:xfrm>
          <a:prstGeom prst="ellipse">
            <a:avLst/>
          </a:prstGeom>
          <a:solidFill>
            <a:srgbClr val="C2410C"/>
          </a:solidFill>
          <a:ln w="12700">
            <a:solidFill>
              <a:srgbClr val="C2410C"/>
            </a:solidFill>
            <a:prstDash val="solid"/>
          </a:ln>
        </p:spPr>
      </p:sp>
      <p:sp>
        <p:nvSpPr>
          <p:cNvPr id="11" name="Text 9"/>
          <p:cNvSpPr txBox="1"/>
          <p:nvPr/>
        </p:nvSpPr>
        <p:spPr>
          <a:xfrm>
            <a:off x="548640" y="29900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51560" y="297180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Read the rail</a:t>
            </a:r>
            <a:endParaRPr lang="en-US" sz="1500" dirty="0"/>
          </a:p>
        </p:txBody>
      </p:sp>
      <p:sp>
        <p:nvSpPr>
          <p:cNvPr id="13" name="Text 11"/>
          <p:cNvSpPr txBox="1"/>
          <p:nvPr/>
        </p:nvSpPr>
        <p:spPr>
          <a:xfrm>
            <a:off x="1051560" y="335584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Top: a + tile in the Create Group style. Below: one tile per group in tree order, labelled G1, G2... or the first two letters of a custom name. Hover shows the full name.</a:t>
            </a:r>
            <a:endParaRPr lang="en-US" sz="1200" dirty="0"/>
          </a:p>
        </p:txBody>
      </p:sp>
      <p:sp>
        <p:nvSpPr>
          <p:cNvPr id="14" name="Shape 12"/>
          <p:cNvSpPr/>
          <p:nvPr/>
        </p:nvSpPr>
        <p:spPr>
          <a:xfrm>
            <a:off x="548640" y="4636008"/>
            <a:ext cx="347472" cy="347472"/>
          </a:xfrm>
          <a:prstGeom prst="ellipse">
            <a:avLst/>
          </a:prstGeom>
          <a:solidFill>
            <a:srgbClr val="C2410C"/>
          </a:solidFill>
          <a:ln w="12700">
            <a:solidFill>
              <a:srgbClr val="C2410C"/>
            </a:solidFill>
            <a:prstDash val="solid"/>
          </a:ln>
        </p:spPr>
      </p:sp>
      <p:sp>
        <p:nvSpPr>
          <p:cNvPr id="15" name="Text 13"/>
          <p:cNvSpPr txBox="1"/>
          <p:nvPr/>
        </p:nvSpPr>
        <p:spPr>
          <a:xfrm>
            <a:off x="548640" y="4636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1051560" y="461772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Create from the rail</a:t>
            </a:r>
            <a:endParaRPr lang="en-US" sz="1500" dirty="0"/>
          </a:p>
        </p:txBody>
      </p:sp>
      <p:sp>
        <p:nvSpPr>
          <p:cNvPr id="17" name="Text 15"/>
          <p:cNvSpPr txBox="1"/>
          <p:nvPr/>
        </p:nvSpPr>
        <p:spPr>
          <a:xfrm>
            <a:off x="1051560" y="500176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Clicking + opens the same Create Group flow as the full button. The rail stays collapsed; the new tile appears at the bottom.</a:t>
            </a:r>
            <a:endParaRPr lang="en-US" sz="1200" dirty="0"/>
          </a:p>
        </p:txBody>
      </p:sp>
      <p:sp>
        <p:nvSpPr>
          <p:cNvPr id="18" name="Shape 16"/>
          <p:cNvSpPr/>
          <p:nvPr/>
        </p:nvSpPr>
        <p:spPr>
          <a:xfrm>
            <a:off x="6217920" y="1344168"/>
            <a:ext cx="347472" cy="347472"/>
          </a:xfrm>
          <a:prstGeom prst="ellipse">
            <a:avLst/>
          </a:prstGeom>
          <a:solidFill>
            <a:srgbClr val="C2410C"/>
          </a:solidFill>
          <a:ln w="12700">
            <a:solidFill>
              <a:srgbClr val="C2410C"/>
            </a:solidFill>
            <a:prstDash val="solid"/>
          </a:ln>
        </p:spPr>
      </p:sp>
      <p:sp>
        <p:nvSpPr>
          <p:cNvPr id="19" name="Text 17"/>
          <p:cNvSpPr txBox="1"/>
          <p:nvPr/>
        </p:nvSpPr>
        <p:spPr>
          <a:xfrm>
            <a:off x="6217920" y="13441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Text 18"/>
          <p:cNvSpPr txBox="1"/>
          <p:nvPr/>
        </p:nvSpPr>
        <p:spPr>
          <a:xfrm>
            <a:off x="6720840" y="132588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Select from the rail</a:t>
            </a:r>
            <a:endParaRPr lang="en-US" sz="1500" dirty="0"/>
          </a:p>
        </p:txBody>
      </p:sp>
      <p:sp>
        <p:nvSpPr>
          <p:cNvPr id="21" name="Text 19"/>
          <p:cNvSpPr txBox="1"/>
          <p:nvPr/>
        </p:nvSpPr>
        <p:spPr>
          <a:xfrm>
            <a:off x="6720840" y="170992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Clicking a tile expands the column, selects that group in the tree and scrolls it into view. The tile highlight matches the tree selection color.</a:t>
            </a:r>
            <a:endParaRPr lang="en-US" sz="1200" dirty="0"/>
          </a:p>
        </p:txBody>
      </p:sp>
      <p:sp>
        <p:nvSpPr>
          <p:cNvPr id="22" name="Shape 20"/>
          <p:cNvSpPr/>
          <p:nvPr/>
        </p:nvSpPr>
        <p:spPr>
          <a:xfrm>
            <a:off x="6217920" y="2990088"/>
            <a:ext cx="347472" cy="347472"/>
          </a:xfrm>
          <a:prstGeom prst="ellipse">
            <a:avLst/>
          </a:prstGeom>
          <a:solidFill>
            <a:srgbClr val="C2410C"/>
          </a:solidFill>
          <a:ln w="12700">
            <a:solidFill>
              <a:srgbClr val="C2410C"/>
            </a:solidFill>
            <a:prstDash val="solid"/>
          </a:ln>
        </p:spPr>
      </p:sp>
      <p:sp>
        <p:nvSpPr>
          <p:cNvPr id="23" name="Text 21"/>
          <p:cNvSpPr txBox="1"/>
          <p:nvPr/>
        </p:nvSpPr>
        <p:spPr>
          <a:xfrm>
            <a:off x="6217920" y="29900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2"/>
          <p:cNvSpPr txBox="1"/>
          <p:nvPr/>
        </p:nvSpPr>
        <p:spPr>
          <a:xfrm>
            <a:off x="6720840" y="297180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Many groups</a:t>
            </a:r>
            <a:endParaRPr lang="en-US" sz="1500" dirty="0"/>
          </a:p>
        </p:txBody>
      </p:sp>
      <p:sp>
        <p:nvSpPr>
          <p:cNvPr id="25" name="Text 23"/>
          <p:cNvSpPr txBox="1"/>
          <p:nvPr/>
        </p:nvSpPr>
        <p:spPr>
          <a:xfrm>
            <a:off x="6720840" y="335584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More tiles than fit: the rail scrolls vertically with the mouse wheel; a faint fade at the bottom shows there is more.</a:t>
            </a:r>
            <a:endParaRPr lang="en-US" sz="1200" dirty="0"/>
          </a:p>
        </p:txBody>
      </p:sp>
      <p:sp>
        <p:nvSpPr>
          <p:cNvPr id="26" name="Shape 24"/>
          <p:cNvSpPr/>
          <p:nvPr/>
        </p:nvSpPr>
        <p:spPr>
          <a:xfrm>
            <a:off x="6217920" y="4636008"/>
            <a:ext cx="347472" cy="347472"/>
          </a:xfrm>
          <a:prstGeom prst="ellipse">
            <a:avLst/>
          </a:prstGeom>
          <a:solidFill>
            <a:srgbClr val="C2410C"/>
          </a:solidFill>
          <a:ln w="12700">
            <a:solidFill>
              <a:srgbClr val="C2410C"/>
            </a:solidFill>
            <a:prstDash val="solid"/>
          </a:ln>
        </p:spPr>
      </p:sp>
      <p:sp>
        <p:nvSpPr>
          <p:cNvPr id="27" name="Text 25"/>
          <p:cNvSpPr txBox="1"/>
          <p:nvPr/>
        </p:nvSpPr>
        <p:spPr>
          <a:xfrm>
            <a:off x="6217920" y="4636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6"/>
          <p:cNvSpPr txBox="1"/>
          <p:nvPr/>
        </p:nvSpPr>
        <p:spPr>
          <a:xfrm>
            <a:off x="6720840" y="4617720"/>
            <a:ext cx="4937760" cy="365760"/>
          </a:xfrm>
          <a:prstGeom prst="rect">
            <a:avLst/>
          </a:prstGeom>
          <a:noFill/>
          <a:ln/>
        </p:spPr>
        <p:txBody>
          <a:bodyPr wrap="square" lIns="0" tIns="0" rIns="0" bIns="0" rtlCol="0" anchor="ctr"/>
          <a:lstStyle/>
          <a:p>
            <a:pPr indent="0" marL="0">
              <a:buNone/>
            </a:pPr>
            <a:r>
              <a:rPr lang="en-US" sz="1500" b="1" dirty="0">
                <a:solidFill>
                  <a:srgbClr val="1E1E1C"/>
                </a:solidFill>
                <a:latin typeface="Calibri" pitchFamily="34" charset="0"/>
                <a:ea typeface="Calibri" pitchFamily="34" charset="-122"/>
                <a:cs typeface="Calibri" pitchFamily="34" charset="-120"/>
              </a:rPr>
              <a:t>Collapse again</a:t>
            </a:r>
            <a:endParaRPr lang="en-US" sz="1500" dirty="0"/>
          </a:p>
        </p:txBody>
      </p:sp>
      <p:sp>
        <p:nvSpPr>
          <p:cNvPr id="29" name="Text 27"/>
          <p:cNvSpPr txBox="1"/>
          <p:nvPr/>
        </p:nvSpPr>
        <p:spPr>
          <a:xfrm>
            <a:off x="6720840" y="5001768"/>
            <a:ext cx="4937760" cy="118872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Chevron or Ctrl+G. The rail remembers nothing but the state; selection lives in the tree as before.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3 · B3 icon rail</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20</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B3 · INTERACTION DETAILS</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Making a 40 px rail carry its weight</a:t>
            </a:r>
            <a:endParaRPr lang="en-US" sz="3200" dirty="0"/>
          </a:p>
        </p:txBody>
      </p:sp>
      <p:sp>
        <p:nvSpPr>
          <p:cNvPr id="6" name="Shape 4"/>
          <p:cNvSpPr/>
          <p:nvPr/>
        </p:nvSpPr>
        <p:spPr>
          <a:xfrm>
            <a:off x="548640" y="1371600"/>
            <a:ext cx="5120640" cy="2141359"/>
          </a:xfrm>
          <a:prstGeom prst="rect">
            <a:avLst/>
          </a:prstGeom>
          <a:solidFill>
            <a:srgbClr val="EBEBEB"/>
          </a:solidFill>
          <a:ln w="9525">
            <a:solidFill>
              <a:srgbClr val="B9B6B0"/>
            </a:solidFill>
            <a:prstDash val="solid"/>
          </a:ln>
        </p:spPr>
      </p:sp>
      <p:sp>
        <p:nvSpPr>
          <p:cNvPr id="7" name="Shape 5"/>
          <p:cNvSpPr/>
          <p:nvPr/>
        </p:nvSpPr>
        <p:spPr>
          <a:xfrm>
            <a:off x="585881" y="1399531"/>
            <a:ext cx="225774" cy="111723"/>
          </a:xfrm>
          <a:prstGeom prst="rect">
            <a:avLst/>
          </a:prstGeom>
          <a:solidFill>
            <a:srgbClr val="D3D3D3"/>
          </a:solidFill>
          <a:ln w="12700">
            <a:solidFill>
              <a:srgbClr val="D3D3D3"/>
            </a:solidFill>
            <a:prstDash val="solid"/>
          </a:ln>
        </p:spPr>
      </p:sp>
      <p:sp>
        <p:nvSpPr>
          <p:cNvPr id="8" name="Shape 6"/>
          <p:cNvSpPr/>
          <p:nvPr/>
        </p:nvSpPr>
        <p:spPr>
          <a:xfrm>
            <a:off x="834930" y="1399531"/>
            <a:ext cx="225774" cy="111723"/>
          </a:xfrm>
          <a:prstGeom prst="rect">
            <a:avLst/>
          </a:prstGeom>
          <a:solidFill>
            <a:srgbClr val="1B9E9E"/>
          </a:solidFill>
          <a:ln w="12700">
            <a:solidFill>
              <a:srgbClr val="1B9E9E"/>
            </a:solidFill>
            <a:prstDash val="solid"/>
          </a:ln>
        </p:spPr>
      </p:sp>
      <p:sp>
        <p:nvSpPr>
          <p:cNvPr id="9" name="Shape 7"/>
          <p:cNvSpPr/>
          <p:nvPr/>
        </p:nvSpPr>
        <p:spPr>
          <a:xfrm>
            <a:off x="1083980" y="1399531"/>
            <a:ext cx="225774" cy="111723"/>
          </a:xfrm>
          <a:prstGeom prst="rect">
            <a:avLst/>
          </a:prstGeom>
          <a:solidFill>
            <a:srgbClr val="F5C400"/>
          </a:solidFill>
          <a:ln w="12700">
            <a:solidFill>
              <a:srgbClr val="F5C400"/>
            </a:solidFill>
            <a:prstDash val="solid"/>
          </a:ln>
        </p:spPr>
      </p:sp>
      <p:sp>
        <p:nvSpPr>
          <p:cNvPr id="10" name="Shape 8"/>
          <p:cNvSpPr/>
          <p:nvPr/>
        </p:nvSpPr>
        <p:spPr>
          <a:xfrm>
            <a:off x="1333029" y="1399531"/>
            <a:ext cx="225774" cy="111723"/>
          </a:xfrm>
          <a:prstGeom prst="rect">
            <a:avLst/>
          </a:prstGeom>
          <a:solidFill>
            <a:srgbClr val="7B4A9E"/>
          </a:solidFill>
          <a:ln w="12700">
            <a:solidFill>
              <a:srgbClr val="7B4A9E"/>
            </a:solidFill>
            <a:prstDash val="solid"/>
          </a:ln>
        </p:spPr>
      </p:sp>
      <p:sp>
        <p:nvSpPr>
          <p:cNvPr id="11" name="Shape 9"/>
          <p:cNvSpPr/>
          <p:nvPr/>
        </p:nvSpPr>
        <p:spPr>
          <a:xfrm>
            <a:off x="1582078" y="1399531"/>
            <a:ext cx="225774" cy="111723"/>
          </a:xfrm>
          <a:prstGeom prst="rect">
            <a:avLst/>
          </a:prstGeom>
          <a:solidFill>
            <a:srgbClr val="E0640E"/>
          </a:solidFill>
          <a:ln w="12700">
            <a:solidFill>
              <a:srgbClr val="E0640E"/>
            </a:solidFill>
            <a:prstDash val="solid"/>
          </a:ln>
        </p:spPr>
      </p:sp>
      <p:sp>
        <p:nvSpPr>
          <p:cNvPr id="12" name="Shape 10"/>
          <p:cNvSpPr/>
          <p:nvPr/>
        </p:nvSpPr>
        <p:spPr>
          <a:xfrm>
            <a:off x="1831128" y="1399531"/>
            <a:ext cx="225774" cy="111723"/>
          </a:xfrm>
          <a:prstGeom prst="rect">
            <a:avLst/>
          </a:prstGeom>
          <a:solidFill>
            <a:srgbClr val="3A8CD8"/>
          </a:solidFill>
          <a:ln w="12700">
            <a:solidFill>
              <a:srgbClr val="3A8CD8"/>
            </a:solidFill>
            <a:prstDash val="solid"/>
          </a:ln>
        </p:spPr>
      </p:sp>
      <p:sp>
        <p:nvSpPr>
          <p:cNvPr id="13" name="Shape 11"/>
          <p:cNvSpPr/>
          <p:nvPr/>
        </p:nvSpPr>
        <p:spPr>
          <a:xfrm>
            <a:off x="2080177" y="1399531"/>
            <a:ext cx="225774" cy="111723"/>
          </a:xfrm>
          <a:prstGeom prst="rect">
            <a:avLst/>
          </a:prstGeom>
          <a:solidFill>
            <a:srgbClr val="E84A46"/>
          </a:solidFill>
          <a:ln w="12700">
            <a:solidFill>
              <a:srgbClr val="E84A46"/>
            </a:solidFill>
            <a:prstDash val="solid"/>
          </a:ln>
        </p:spPr>
      </p:sp>
      <p:sp>
        <p:nvSpPr>
          <p:cNvPr id="14" name="Shape 12"/>
          <p:cNvSpPr/>
          <p:nvPr/>
        </p:nvSpPr>
        <p:spPr>
          <a:xfrm>
            <a:off x="2329226" y="1399531"/>
            <a:ext cx="225774" cy="111723"/>
          </a:xfrm>
          <a:prstGeom prst="rect">
            <a:avLst/>
          </a:prstGeom>
          <a:solidFill>
            <a:srgbClr val="C7A7E8"/>
          </a:solidFill>
          <a:ln w="12700">
            <a:solidFill>
              <a:srgbClr val="C7A7E8"/>
            </a:solidFill>
            <a:prstDash val="solid"/>
          </a:ln>
        </p:spPr>
      </p:sp>
      <p:sp>
        <p:nvSpPr>
          <p:cNvPr id="15" name="Shape 13"/>
          <p:cNvSpPr/>
          <p:nvPr/>
        </p:nvSpPr>
        <p:spPr>
          <a:xfrm>
            <a:off x="2578275" y="1399531"/>
            <a:ext cx="225774" cy="111723"/>
          </a:xfrm>
          <a:prstGeom prst="rect">
            <a:avLst/>
          </a:prstGeom>
          <a:solidFill>
            <a:srgbClr val="F27EAE"/>
          </a:solidFill>
          <a:ln w="12700">
            <a:solidFill>
              <a:srgbClr val="F27EAE"/>
            </a:solidFill>
            <a:prstDash val="solid"/>
          </a:ln>
        </p:spPr>
      </p:sp>
      <p:sp>
        <p:nvSpPr>
          <p:cNvPr id="16" name="Shape 14"/>
          <p:cNvSpPr/>
          <p:nvPr/>
        </p:nvSpPr>
        <p:spPr>
          <a:xfrm>
            <a:off x="2827325" y="1399531"/>
            <a:ext cx="225774" cy="111723"/>
          </a:xfrm>
          <a:prstGeom prst="rect">
            <a:avLst/>
          </a:prstGeom>
          <a:solidFill>
            <a:srgbClr val="B58B7A"/>
          </a:solidFill>
          <a:ln w="12700">
            <a:solidFill>
              <a:srgbClr val="B58B7A"/>
            </a:solidFill>
            <a:prstDash val="solid"/>
          </a:ln>
        </p:spPr>
      </p:sp>
      <p:sp>
        <p:nvSpPr>
          <p:cNvPr id="17" name="Shape 15"/>
          <p:cNvSpPr/>
          <p:nvPr/>
        </p:nvSpPr>
        <p:spPr>
          <a:xfrm>
            <a:off x="3076374" y="1399531"/>
            <a:ext cx="225774" cy="111723"/>
          </a:xfrm>
          <a:prstGeom prst="rect">
            <a:avLst/>
          </a:prstGeom>
          <a:solidFill>
            <a:srgbClr val="A0475F"/>
          </a:solidFill>
          <a:ln w="12700">
            <a:solidFill>
              <a:srgbClr val="A0475F"/>
            </a:solidFill>
            <a:prstDash val="solid"/>
          </a:ln>
        </p:spPr>
      </p:sp>
      <p:sp>
        <p:nvSpPr>
          <p:cNvPr id="18" name="Shape 16"/>
          <p:cNvSpPr/>
          <p:nvPr/>
        </p:nvSpPr>
        <p:spPr>
          <a:xfrm>
            <a:off x="3325423" y="1399531"/>
            <a:ext cx="225774" cy="111723"/>
          </a:xfrm>
          <a:prstGeom prst="rect">
            <a:avLst/>
          </a:prstGeom>
          <a:solidFill>
            <a:srgbClr val="4BB543"/>
          </a:solidFill>
          <a:ln w="12700">
            <a:solidFill>
              <a:srgbClr val="4BB543"/>
            </a:solidFill>
            <a:prstDash val="solid"/>
          </a:ln>
        </p:spPr>
      </p:sp>
      <p:sp>
        <p:nvSpPr>
          <p:cNvPr id="19" name="Shape 17"/>
          <p:cNvSpPr/>
          <p:nvPr/>
        </p:nvSpPr>
        <p:spPr>
          <a:xfrm>
            <a:off x="3574473" y="1399531"/>
            <a:ext cx="225774" cy="111723"/>
          </a:xfrm>
          <a:prstGeom prst="rect">
            <a:avLst/>
          </a:prstGeom>
          <a:solidFill>
            <a:srgbClr val="B8BABB"/>
          </a:solidFill>
          <a:ln w="12700">
            <a:solidFill>
              <a:srgbClr val="B8BABB"/>
            </a:solidFill>
            <a:prstDash val="solid"/>
          </a:ln>
        </p:spPr>
      </p:sp>
      <p:sp>
        <p:nvSpPr>
          <p:cNvPr id="20" name="Shape 18"/>
          <p:cNvSpPr/>
          <p:nvPr/>
        </p:nvSpPr>
        <p:spPr>
          <a:xfrm>
            <a:off x="3823522" y="1399531"/>
            <a:ext cx="225774" cy="111723"/>
          </a:xfrm>
          <a:prstGeom prst="rect">
            <a:avLst/>
          </a:prstGeom>
          <a:solidFill>
            <a:srgbClr val="A34D92"/>
          </a:solidFill>
          <a:ln w="12700">
            <a:solidFill>
              <a:srgbClr val="A34D92"/>
            </a:solidFill>
            <a:prstDash val="solid"/>
          </a:ln>
        </p:spPr>
      </p:sp>
      <p:sp>
        <p:nvSpPr>
          <p:cNvPr id="21" name="Shape 19"/>
          <p:cNvSpPr/>
          <p:nvPr/>
        </p:nvSpPr>
        <p:spPr>
          <a:xfrm>
            <a:off x="4114467" y="1399531"/>
            <a:ext cx="232756" cy="111723"/>
          </a:xfrm>
          <a:prstGeom prst="rect">
            <a:avLst/>
          </a:prstGeom>
          <a:solidFill>
            <a:srgbClr val="F5C400"/>
          </a:solidFill>
          <a:ln w="12700">
            <a:solidFill>
              <a:srgbClr val="F5C400"/>
            </a:solidFill>
            <a:prstDash val="solid"/>
          </a:ln>
        </p:spPr>
      </p:sp>
      <p:sp>
        <p:nvSpPr>
          <p:cNvPr id="22" name="Shape 20"/>
          <p:cNvSpPr/>
          <p:nvPr/>
        </p:nvSpPr>
        <p:spPr>
          <a:xfrm>
            <a:off x="4365844" y="1399531"/>
            <a:ext cx="111723" cy="111723"/>
          </a:xfrm>
          <a:prstGeom prst="rect">
            <a:avLst/>
          </a:prstGeom>
          <a:solidFill>
            <a:srgbClr val="D0D0D0"/>
          </a:solidFill>
          <a:ln w="12700">
            <a:solidFill>
              <a:srgbClr val="D0D0D0"/>
            </a:solidFill>
            <a:prstDash val="solid"/>
          </a:ln>
        </p:spPr>
      </p:sp>
      <p:sp>
        <p:nvSpPr>
          <p:cNvPr id="23" name="Shape 21"/>
          <p:cNvSpPr/>
          <p:nvPr/>
        </p:nvSpPr>
        <p:spPr>
          <a:xfrm>
            <a:off x="678984" y="1539185"/>
            <a:ext cx="4655" cy="1973774"/>
          </a:xfrm>
          <a:prstGeom prst="rect">
            <a:avLst/>
          </a:prstGeom>
          <a:solidFill>
            <a:srgbClr val="DADADA"/>
          </a:solidFill>
          <a:ln w="12700">
            <a:solidFill>
              <a:srgbClr val="DADADA"/>
            </a:solidFill>
            <a:prstDash val="solid"/>
          </a:ln>
        </p:spPr>
      </p:sp>
      <p:sp>
        <p:nvSpPr>
          <p:cNvPr id="24" name="Shape 22"/>
          <p:cNvSpPr/>
          <p:nvPr/>
        </p:nvSpPr>
        <p:spPr>
          <a:xfrm>
            <a:off x="939671" y="1539185"/>
            <a:ext cx="4655" cy="1973774"/>
          </a:xfrm>
          <a:prstGeom prst="rect">
            <a:avLst/>
          </a:prstGeom>
          <a:solidFill>
            <a:srgbClr val="DADADA"/>
          </a:solidFill>
          <a:ln w="12700">
            <a:solidFill>
              <a:srgbClr val="DADADA"/>
            </a:solidFill>
            <a:prstDash val="solid"/>
          </a:ln>
        </p:spPr>
      </p:sp>
      <p:sp>
        <p:nvSpPr>
          <p:cNvPr id="25" name="Shape 23"/>
          <p:cNvSpPr/>
          <p:nvPr/>
        </p:nvSpPr>
        <p:spPr>
          <a:xfrm>
            <a:off x="1200358" y="1539185"/>
            <a:ext cx="4655" cy="1973774"/>
          </a:xfrm>
          <a:prstGeom prst="rect">
            <a:avLst/>
          </a:prstGeom>
          <a:solidFill>
            <a:srgbClr val="DADADA"/>
          </a:solidFill>
          <a:ln w="12700">
            <a:solidFill>
              <a:srgbClr val="DADADA"/>
            </a:solidFill>
            <a:prstDash val="solid"/>
          </a:ln>
        </p:spPr>
      </p:sp>
      <p:sp>
        <p:nvSpPr>
          <p:cNvPr id="26" name="Shape 24"/>
          <p:cNvSpPr/>
          <p:nvPr/>
        </p:nvSpPr>
        <p:spPr>
          <a:xfrm>
            <a:off x="1461045" y="1539185"/>
            <a:ext cx="4655" cy="1973774"/>
          </a:xfrm>
          <a:prstGeom prst="rect">
            <a:avLst/>
          </a:prstGeom>
          <a:solidFill>
            <a:srgbClr val="DADADA"/>
          </a:solidFill>
          <a:ln w="12700">
            <a:solidFill>
              <a:srgbClr val="DADADA"/>
            </a:solidFill>
            <a:prstDash val="solid"/>
          </a:ln>
        </p:spPr>
      </p:sp>
      <p:sp>
        <p:nvSpPr>
          <p:cNvPr id="27" name="Shape 25"/>
          <p:cNvSpPr/>
          <p:nvPr/>
        </p:nvSpPr>
        <p:spPr>
          <a:xfrm>
            <a:off x="1721732" y="1539185"/>
            <a:ext cx="4655" cy="1973774"/>
          </a:xfrm>
          <a:prstGeom prst="rect">
            <a:avLst/>
          </a:prstGeom>
          <a:solidFill>
            <a:srgbClr val="DADADA"/>
          </a:solidFill>
          <a:ln w="12700">
            <a:solidFill>
              <a:srgbClr val="DADADA"/>
            </a:solidFill>
            <a:prstDash val="solid"/>
          </a:ln>
        </p:spPr>
      </p:sp>
      <p:sp>
        <p:nvSpPr>
          <p:cNvPr id="28" name="Shape 26"/>
          <p:cNvSpPr/>
          <p:nvPr/>
        </p:nvSpPr>
        <p:spPr>
          <a:xfrm>
            <a:off x="1982419" y="1539185"/>
            <a:ext cx="4655" cy="1973774"/>
          </a:xfrm>
          <a:prstGeom prst="rect">
            <a:avLst/>
          </a:prstGeom>
          <a:solidFill>
            <a:srgbClr val="DADADA"/>
          </a:solidFill>
          <a:ln w="12700">
            <a:solidFill>
              <a:srgbClr val="DADADA"/>
            </a:solidFill>
            <a:prstDash val="solid"/>
          </a:ln>
        </p:spPr>
      </p:sp>
      <p:sp>
        <p:nvSpPr>
          <p:cNvPr id="29" name="Shape 27"/>
          <p:cNvSpPr/>
          <p:nvPr/>
        </p:nvSpPr>
        <p:spPr>
          <a:xfrm>
            <a:off x="2243106" y="1539185"/>
            <a:ext cx="4655" cy="1973774"/>
          </a:xfrm>
          <a:prstGeom prst="rect">
            <a:avLst/>
          </a:prstGeom>
          <a:solidFill>
            <a:srgbClr val="DADADA"/>
          </a:solidFill>
          <a:ln w="12700">
            <a:solidFill>
              <a:srgbClr val="DADADA"/>
            </a:solidFill>
            <a:prstDash val="solid"/>
          </a:ln>
        </p:spPr>
      </p:sp>
      <p:sp>
        <p:nvSpPr>
          <p:cNvPr id="30" name="Shape 28"/>
          <p:cNvSpPr/>
          <p:nvPr/>
        </p:nvSpPr>
        <p:spPr>
          <a:xfrm>
            <a:off x="2503793" y="1539185"/>
            <a:ext cx="4655" cy="1973774"/>
          </a:xfrm>
          <a:prstGeom prst="rect">
            <a:avLst/>
          </a:prstGeom>
          <a:solidFill>
            <a:srgbClr val="DADADA"/>
          </a:solidFill>
          <a:ln w="12700">
            <a:solidFill>
              <a:srgbClr val="DADADA"/>
            </a:solidFill>
            <a:prstDash val="solid"/>
          </a:ln>
        </p:spPr>
      </p:sp>
      <p:sp>
        <p:nvSpPr>
          <p:cNvPr id="31" name="Shape 29"/>
          <p:cNvSpPr/>
          <p:nvPr/>
        </p:nvSpPr>
        <p:spPr>
          <a:xfrm>
            <a:off x="2764481" y="1539185"/>
            <a:ext cx="4655" cy="1973774"/>
          </a:xfrm>
          <a:prstGeom prst="rect">
            <a:avLst/>
          </a:prstGeom>
          <a:solidFill>
            <a:srgbClr val="DADADA"/>
          </a:solidFill>
          <a:ln w="12700">
            <a:solidFill>
              <a:srgbClr val="DADADA"/>
            </a:solidFill>
            <a:prstDash val="solid"/>
          </a:ln>
        </p:spPr>
      </p:sp>
      <p:sp>
        <p:nvSpPr>
          <p:cNvPr id="32" name="Shape 30"/>
          <p:cNvSpPr/>
          <p:nvPr/>
        </p:nvSpPr>
        <p:spPr>
          <a:xfrm>
            <a:off x="3025168" y="1539185"/>
            <a:ext cx="4655" cy="1973774"/>
          </a:xfrm>
          <a:prstGeom prst="rect">
            <a:avLst/>
          </a:prstGeom>
          <a:solidFill>
            <a:srgbClr val="DADADA"/>
          </a:solidFill>
          <a:ln w="12700">
            <a:solidFill>
              <a:srgbClr val="DADADA"/>
            </a:solidFill>
            <a:prstDash val="solid"/>
          </a:ln>
        </p:spPr>
      </p:sp>
      <p:sp>
        <p:nvSpPr>
          <p:cNvPr id="33" name="Shape 31"/>
          <p:cNvSpPr/>
          <p:nvPr/>
        </p:nvSpPr>
        <p:spPr>
          <a:xfrm>
            <a:off x="3285855" y="1539185"/>
            <a:ext cx="4655" cy="1973774"/>
          </a:xfrm>
          <a:prstGeom prst="rect">
            <a:avLst/>
          </a:prstGeom>
          <a:solidFill>
            <a:srgbClr val="DADADA"/>
          </a:solidFill>
          <a:ln w="12700">
            <a:solidFill>
              <a:srgbClr val="DADADA"/>
            </a:solidFill>
            <a:prstDash val="solid"/>
          </a:ln>
        </p:spPr>
      </p:sp>
      <p:sp>
        <p:nvSpPr>
          <p:cNvPr id="34" name="Shape 32"/>
          <p:cNvSpPr/>
          <p:nvPr/>
        </p:nvSpPr>
        <p:spPr>
          <a:xfrm>
            <a:off x="3546542" y="1539185"/>
            <a:ext cx="4655" cy="1973774"/>
          </a:xfrm>
          <a:prstGeom prst="rect">
            <a:avLst/>
          </a:prstGeom>
          <a:solidFill>
            <a:srgbClr val="DADADA"/>
          </a:solidFill>
          <a:ln w="12700">
            <a:solidFill>
              <a:srgbClr val="DADADA"/>
            </a:solidFill>
            <a:prstDash val="solid"/>
          </a:ln>
        </p:spPr>
      </p:sp>
      <p:sp>
        <p:nvSpPr>
          <p:cNvPr id="35" name="Shape 33"/>
          <p:cNvSpPr/>
          <p:nvPr/>
        </p:nvSpPr>
        <p:spPr>
          <a:xfrm>
            <a:off x="3807229" y="1539185"/>
            <a:ext cx="4655" cy="1973774"/>
          </a:xfrm>
          <a:prstGeom prst="rect">
            <a:avLst/>
          </a:prstGeom>
          <a:solidFill>
            <a:srgbClr val="DADADA"/>
          </a:solidFill>
          <a:ln w="12700">
            <a:solidFill>
              <a:srgbClr val="DADADA"/>
            </a:solidFill>
            <a:prstDash val="solid"/>
          </a:ln>
        </p:spPr>
      </p:sp>
      <p:sp>
        <p:nvSpPr>
          <p:cNvPr id="36" name="Shape 34"/>
          <p:cNvSpPr/>
          <p:nvPr/>
        </p:nvSpPr>
        <p:spPr>
          <a:xfrm>
            <a:off x="4067916" y="1539185"/>
            <a:ext cx="4655" cy="1973774"/>
          </a:xfrm>
          <a:prstGeom prst="rect">
            <a:avLst/>
          </a:prstGeom>
          <a:solidFill>
            <a:srgbClr val="DADADA"/>
          </a:solidFill>
          <a:ln w="12700">
            <a:solidFill>
              <a:srgbClr val="DADADA"/>
            </a:solidFill>
            <a:prstDash val="solid"/>
          </a:ln>
        </p:spPr>
      </p:sp>
      <p:sp>
        <p:nvSpPr>
          <p:cNvPr id="37" name="Shape 35"/>
          <p:cNvSpPr/>
          <p:nvPr/>
        </p:nvSpPr>
        <p:spPr>
          <a:xfrm>
            <a:off x="4328603" y="1539185"/>
            <a:ext cx="4655" cy="1973774"/>
          </a:xfrm>
          <a:prstGeom prst="rect">
            <a:avLst/>
          </a:prstGeom>
          <a:solidFill>
            <a:srgbClr val="DADADA"/>
          </a:solidFill>
          <a:ln w="12700">
            <a:solidFill>
              <a:srgbClr val="DADADA"/>
            </a:solidFill>
            <a:prstDash val="solid"/>
          </a:ln>
        </p:spPr>
      </p:sp>
      <p:sp>
        <p:nvSpPr>
          <p:cNvPr id="38" name="Shape 36"/>
          <p:cNvSpPr/>
          <p:nvPr/>
        </p:nvSpPr>
        <p:spPr>
          <a:xfrm>
            <a:off x="548640" y="1669528"/>
            <a:ext cx="3956858" cy="4655"/>
          </a:xfrm>
          <a:prstGeom prst="rect">
            <a:avLst/>
          </a:prstGeom>
          <a:solidFill>
            <a:srgbClr val="DADADA"/>
          </a:solidFill>
          <a:ln w="12700">
            <a:solidFill>
              <a:srgbClr val="DADADA"/>
            </a:solidFill>
            <a:prstDash val="solid"/>
          </a:ln>
        </p:spPr>
      </p:sp>
      <p:sp>
        <p:nvSpPr>
          <p:cNvPr id="39" name="Shape 37"/>
          <p:cNvSpPr/>
          <p:nvPr/>
        </p:nvSpPr>
        <p:spPr>
          <a:xfrm>
            <a:off x="548640" y="1930215"/>
            <a:ext cx="3956858" cy="4655"/>
          </a:xfrm>
          <a:prstGeom prst="rect">
            <a:avLst/>
          </a:prstGeom>
          <a:solidFill>
            <a:srgbClr val="DADADA"/>
          </a:solidFill>
          <a:ln w="12700">
            <a:solidFill>
              <a:srgbClr val="DADADA"/>
            </a:solidFill>
            <a:prstDash val="solid"/>
          </a:ln>
        </p:spPr>
      </p:sp>
      <p:sp>
        <p:nvSpPr>
          <p:cNvPr id="40" name="Shape 38"/>
          <p:cNvSpPr/>
          <p:nvPr/>
        </p:nvSpPr>
        <p:spPr>
          <a:xfrm>
            <a:off x="548640" y="2190902"/>
            <a:ext cx="3956858" cy="4655"/>
          </a:xfrm>
          <a:prstGeom prst="rect">
            <a:avLst/>
          </a:prstGeom>
          <a:solidFill>
            <a:srgbClr val="DADADA"/>
          </a:solidFill>
          <a:ln w="12700">
            <a:solidFill>
              <a:srgbClr val="DADADA"/>
            </a:solidFill>
            <a:prstDash val="solid"/>
          </a:ln>
        </p:spPr>
      </p:sp>
      <p:sp>
        <p:nvSpPr>
          <p:cNvPr id="41" name="Shape 39"/>
          <p:cNvSpPr/>
          <p:nvPr/>
        </p:nvSpPr>
        <p:spPr>
          <a:xfrm>
            <a:off x="548640" y="2451590"/>
            <a:ext cx="3956858" cy="4655"/>
          </a:xfrm>
          <a:prstGeom prst="rect">
            <a:avLst/>
          </a:prstGeom>
          <a:solidFill>
            <a:srgbClr val="DADADA"/>
          </a:solidFill>
          <a:ln w="12700">
            <a:solidFill>
              <a:srgbClr val="DADADA"/>
            </a:solidFill>
            <a:prstDash val="solid"/>
          </a:ln>
        </p:spPr>
      </p:sp>
      <p:sp>
        <p:nvSpPr>
          <p:cNvPr id="42" name="Shape 40"/>
          <p:cNvSpPr/>
          <p:nvPr/>
        </p:nvSpPr>
        <p:spPr>
          <a:xfrm>
            <a:off x="548640" y="2712277"/>
            <a:ext cx="3956858" cy="4655"/>
          </a:xfrm>
          <a:prstGeom prst="rect">
            <a:avLst/>
          </a:prstGeom>
          <a:solidFill>
            <a:srgbClr val="DADADA"/>
          </a:solidFill>
          <a:ln w="12700">
            <a:solidFill>
              <a:srgbClr val="DADADA"/>
            </a:solidFill>
            <a:prstDash val="solid"/>
          </a:ln>
        </p:spPr>
      </p:sp>
      <p:sp>
        <p:nvSpPr>
          <p:cNvPr id="43" name="Shape 41"/>
          <p:cNvSpPr/>
          <p:nvPr/>
        </p:nvSpPr>
        <p:spPr>
          <a:xfrm>
            <a:off x="548640" y="2972964"/>
            <a:ext cx="3956858" cy="4655"/>
          </a:xfrm>
          <a:prstGeom prst="rect">
            <a:avLst/>
          </a:prstGeom>
          <a:solidFill>
            <a:srgbClr val="DADADA"/>
          </a:solidFill>
          <a:ln w="12700">
            <a:solidFill>
              <a:srgbClr val="DADADA"/>
            </a:solidFill>
            <a:prstDash val="solid"/>
          </a:ln>
        </p:spPr>
      </p:sp>
      <p:sp>
        <p:nvSpPr>
          <p:cNvPr id="44" name="Shape 42"/>
          <p:cNvSpPr/>
          <p:nvPr/>
        </p:nvSpPr>
        <p:spPr>
          <a:xfrm>
            <a:off x="548640" y="3233651"/>
            <a:ext cx="3956858" cy="4655"/>
          </a:xfrm>
          <a:prstGeom prst="rect">
            <a:avLst/>
          </a:prstGeom>
          <a:solidFill>
            <a:srgbClr val="DADADA"/>
          </a:solidFill>
          <a:ln w="12700">
            <a:solidFill>
              <a:srgbClr val="DADADA"/>
            </a:solidFill>
            <a:prstDash val="solid"/>
          </a:ln>
        </p:spPr>
      </p:sp>
      <p:sp>
        <p:nvSpPr>
          <p:cNvPr id="45" name="Shape 43"/>
          <p:cNvSpPr/>
          <p:nvPr/>
        </p:nvSpPr>
        <p:spPr>
          <a:xfrm>
            <a:off x="548640" y="3494338"/>
            <a:ext cx="3956858" cy="4655"/>
          </a:xfrm>
          <a:prstGeom prst="rect">
            <a:avLst/>
          </a:prstGeom>
          <a:solidFill>
            <a:srgbClr val="DADADA"/>
          </a:solidFill>
          <a:ln w="12700">
            <a:solidFill>
              <a:srgbClr val="DADADA"/>
            </a:solidFill>
            <a:prstDash val="solid"/>
          </a:ln>
        </p:spPr>
      </p:sp>
      <p:sp>
        <p:nvSpPr>
          <p:cNvPr id="46" name="Shape 44"/>
          <p:cNvSpPr/>
          <p:nvPr/>
        </p:nvSpPr>
        <p:spPr>
          <a:xfrm>
            <a:off x="4505498" y="1371600"/>
            <a:ext cx="1163782" cy="2141359"/>
          </a:xfrm>
          <a:prstGeom prst="rect">
            <a:avLst/>
          </a:prstGeom>
          <a:solidFill>
            <a:srgbClr val="ECECEC"/>
          </a:solidFill>
          <a:ln w="6350">
            <a:solidFill>
              <a:srgbClr val="D2D0CB"/>
            </a:solidFill>
            <a:prstDash val="solid"/>
          </a:ln>
        </p:spPr>
      </p:sp>
      <p:sp>
        <p:nvSpPr>
          <p:cNvPr id="47" name="Shape 45"/>
          <p:cNvSpPr/>
          <p:nvPr/>
        </p:nvSpPr>
        <p:spPr>
          <a:xfrm>
            <a:off x="4784806" y="1418151"/>
            <a:ext cx="121033" cy="121033"/>
          </a:xfrm>
          <a:prstGeom prst="ellipse">
            <a:avLst/>
          </a:prstGeom>
          <a:solidFill>
            <a:srgbClr val="8E44E0"/>
          </a:solidFill>
          <a:ln w="12700">
            <a:solidFill>
              <a:srgbClr val="8E44E0"/>
            </a:solidFill>
            <a:prstDash val="solid"/>
          </a:ln>
        </p:spPr>
      </p:sp>
      <p:sp>
        <p:nvSpPr>
          <p:cNvPr id="48" name="Shape 46"/>
          <p:cNvSpPr/>
          <p:nvPr/>
        </p:nvSpPr>
        <p:spPr>
          <a:xfrm>
            <a:off x="4933770" y="1418151"/>
            <a:ext cx="121033" cy="121033"/>
          </a:xfrm>
          <a:prstGeom prst="ellipse">
            <a:avLst/>
          </a:prstGeom>
          <a:solidFill>
            <a:srgbClr val="7A7A7A"/>
          </a:solidFill>
          <a:ln w="12700">
            <a:solidFill>
              <a:srgbClr val="7A7A7A"/>
            </a:solidFill>
            <a:prstDash val="solid"/>
          </a:ln>
        </p:spPr>
      </p:sp>
      <p:sp>
        <p:nvSpPr>
          <p:cNvPr id="49" name="Shape 47"/>
          <p:cNvSpPr/>
          <p:nvPr/>
        </p:nvSpPr>
        <p:spPr>
          <a:xfrm>
            <a:off x="5082734" y="1418151"/>
            <a:ext cx="121033" cy="121033"/>
          </a:xfrm>
          <a:prstGeom prst="ellipse">
            <a:avLst/>
          </a:prstGeom>
          <a:solidFill>
            <a:srgbClr val="7A7A7A"/>
          </a:solidFill>
          <a:ln w="12700">
            <a:solidFill>
              <a:srgbClr val="7A7A7A"/>
            </a:solidFill>
            <a:prstDash val="solid"/>
          </a:ln>
        </p:spPr>
      </p:sp>
      <p:sp>
        <p:nvSpPr>
          <p:cNvPr id="50" name="Shape 48"/>
          <p:cNvSpPr/>
          <p:nvPr/>
        </p:nvSpPr>
        <p:spPr>
          <a:xfrm>
            <a:off x="4784806" y="1567115"/>
            <a:ext cx="121033" cy="121033"/>
          </a:xfrm>
          <a:prstGeom prst="ellipse">
            <a:avLst/>
          </a:prstGeom>
          <a:solidFill>
            <a:srgbClr val="F5C400"/>
          </a:solidFill>
          <a:ln w="12700">
            <a:solidFill>
              <a:srgbClr val="F5C400"/>
            </a:solidFill>
            <a:prstDash val="solid"/>
          </a:ln>
        </p:spPr>
      </p:sp>
      <p:sp>
        <p:nvSpPr>
          <p:cNvPr id="51" name="Shape 49"/>
          <p:cNvSpPr/>
          <p:nvPr/>
        </p:nvSpPr>
        <p:spPr>
          <a:xfrm>
            <a:off x="4933770" y="1567115"/>
            <a:ext cx="121033" cy="121033"/>
          </a:xfrm>
          <a:prstGeom prst="ellipse">
            <a:avLst/>
          </a:prstGeom>
          <a:solidFill>
            <a:srgbClr val="F5C400"/>
          </a:solidFill>
          <a:ln w="12700">
            <a:solidFill>
              <a:srgbClr val="F5C400"/>
            </a:solidFill>
            <a:prstDash val="solid"/>
          </a:ln>
        </p:spPr>
      </p:sp>
      <p:sp>
        <p:nvSpPr>
          <p:cNvPr id="52" name="Shape 50"/>
          <p:cNvSpPr/>
          <p:nvPr/>
        </p:nvSpPr>
        <p:spPr>
          <a:xfrm>
            <a:off x="5082734" y="1567115"/>
            <a:ext cx="121033" cy="121033"/>
          </a:xfrm>
          <a:prstGeom prst="ellipse">
            <a:avLst/>
          </a:prstGeom>
          <a:solidFill>
            <a:srgbClr val="8B0000"/>
          </a:solidFill>
          <a:ln w="12700">
            <a:solidFill>
              <a:srgbClr val="8B0000"/>
            </a:solidFill>
            <a:prstDash val="solid"/>
          </a:ln>
        </p:spPr>
      </p:sp>
      <p:sp>
        <p:nvSpPr>
          <p:cNvPr id="53" name="Shape 51"/>
          <p:cNvSpPr/>
          <p:nvPr/>
        </p:nvSpPr>
        <p:spPr>
          <a:xfrm>
            <a:off x="4784806" y="1716079"/>
            <a:ext cx="121033" cy="121033"/>
          </a:xfrm>
          <a:prstGeom prst="ellipse">
            <a:avLst/>
          </a:prstGeom>
          <a:solidFill>
            <a:srgbClr val="2FB94A"/>
          </a:solidFill>
          <a:ln w="12700">
            <a:solidFill>
              <a:srgbClr val="2FB94A"/>
            </a:solidFill>
            <a:prstDash val="solid"/>
          </a:ln>
        </p:spPr>
      </p:sp>
      <p:sp>
        <p:nvSpPr>
          <p:cNvPr id="54" name="Shape 52"/>
          <p:cNvSpPr/>
          <p:nvPr/>
        </p:nvSpPr>
        <p:spPr>
          <a:xfrm>
            <a:off x="4933770" y="1716079"/>
            <a:ext cx="121033" cy="121033"/>
          </a:xfrm>
          <a:prstGeom prst="ellipse">
            <a:avLst/>
          </a:prstGeom>
          <a:solidFill>
            <a:srgbClr val="C9A07A"/>
          </a:solidFill>
          <a:ln w="12700">
            <a:solidFill>
              <a:srgbClr val="C9A07A"/>
            </a:solidFill>
            <a:prstDash val="solid"/>
          </a:ln>
        </p:spPr>
      </p:sp>
      <p:sp>
        <p:nvSpPr>
          <p:cNvPr id="55" name="Shape 53"/>
          <p:cNvSpPr/>
          <p:nvPr/>
        </p:nvSpPr>
        <p:spPr>
          <a:xfrm>
            <a:off x="5082734" y="1716079"/>
            <a:ext cx="121033" cy="121033"/>
          </a:xfrm>
          <a:prstGeom prst="ellipse">
            <a:avLst/>
          </a:prstGeom>
          <a:solidFill>
            <a:srgbClr val="C9A07A"/>
          </a:solidFill>
          <a:ln w="12700">
            <a:solidFill>
              <a:srgbClr val="C9A07A"/>
            </a:solidFill>
            <a:prstDash val="solid"/>
          </a:ln>
        </p:spPr>
      </p:sp>
      <p:sp>
        <p:nvSpPr>
          <p:cNvPr id="56" name="Shape 54"/>
          <p:cNvSpPr/>
          <p:nvPr/>
        </p:nvSpPr>
        <p:spPr>
          <a:xfrm>
            <a:off x="4714979" y="2768138"/>
            <a:ext cx="558615" cy="125688"/>
          </a:xfrm>
          <a:prstGeom prst="rect">
            <a:avLst/>
          </a:prstGeom>
          <a:solidFill>
            <a:srgbClr val="8E7A9E"/>
          </a:solidFill>
          <a:ln w="12700">
            <a:solidFill>
              <a:srgbClr val="8E7A9E"/>
            </a:solidFill>
            <a:prstDash val="solid"/>
          </a:ln>
        </p:spPr>
      </p:sp>
      <p:sp>
        <p:nvSpPr>
          <p:cNvPr id="57" name="Shape 55"/>
          <p:cNvSpPr/>
          <p:nvPr/>
        </p:nvSpPr>
        <p:spPr>
          <a:xfrm>
            <a:off x="5278249" y="2777448"/>
            <a:ext cx="18621" cy="107068"/>
          </a:xfrm>
          <a:prstGeom prst="rect">
            <a:avLst/>
          </a:prstGeom>
          <a:solidFill>
            <a:srgbClr val="2FB94A"/>
          </a:solidFill>
          <a:ln w="12700">
            <a:solidFill>
              <a:srgbClr val="2FB94A"/>
            </a:solidFill>
            <a:prstDash val="solid"/>
          </a:ln>
        </p:spPr>
      </p:sp>
      <p:sp>
        <p:nvSpPr>
          <p:cNvPr id="58" name="Shape 56"/>
          <p:cNvSpPr/>
          <p:nvPr/>
        </p:nvSpPr>
        <p:spPr>
          <a:xfrm>
            <a:off x="4714979" y="2912447"/>
            <a:ext cx="558615" cy="125688"/>
          </a:xfrm>
          <a:prstGeom prst="rect">
            <a:avLst/>
          </a:prstGeom>
          <a:solidFill>
            <a:srgbClr val="C9A7E6"/>
          </a:solidFill>
          <a:ln w="12700">
            <a:solidFill>
              <a:srgbClr val="C9A7E6"/>
            </a:solidFill>
            <a:prstDash val="solid"/>
          </a:ln>
        </p:spPr>
      </p:sp>
      <p:sp>
        <p:nvSpPr>
          <p:cNvPr id="59" name="Shape 57"/>
          <p:cNvSpPr/>
          <p:nvPr/>
        </p:nvSpPr>
        <p:spPr>
          <a:xfrm>
            <a:off x="5278249" y="2921757"/>
            <a:ext cx="18621" cy="107068"/>
          </a:xfrm>
          <a:prstGeom prst="rect">
            <a:avLst/>
          </a:prstGeom>
          <a:solidFill>
            <a:srgbClr val="2FB94A"/>
          </a:solidFill>
          <a:ln w="12700">
            <a:solidFill>
              <a:srgbClr val="2FB94A"/>
            </a:solidFill>
            <a:prstDash val="solid"/>
          </a:ln>
        </p:spPr>
      </p:sp>
      <p:sp>
        <p:nvSpPr>
          <p:cNvPr id="60" name="Shape 58"/>
          <p:cNvSpPr/>
          <p:nvPr/>
        </p:nvSpPr>
        <p:spPr>
          <a:xfrm>
            <a:off x="4533429" y="3075377"/>
            <a:ext cx="921715" cy="58189"/>
          </a:xfrm>
          <a:prstGeom prst="rect">
            <a:avLst/>
          </a:prstGeom>
          <a:solidFill>
            <a:srgbClr val="E68FE0"/>
          </a:solidFill>
          <a:ln w="12700">
            <a:solidFill>
              <a:srgbClr val="E68FE0"/>
            </a:solidFill>
            <a:prstDash val="solid"/>
          </a:ln>
        </p:spPr>
      </p:sp>
      <p:sp>
        <p:nvSpPr>
          <p:cNvPr id="61" name="Shape 59"/>
          <p:cNvSpPr/>
          <p:nvPr/>
        </p:nvSpPr>
        <p:spPr>
          <a:xfrm>
            <a:off x="4533429" y="3147531"/>
            <a:ext cx="921715" cy="58189"/>
          </a:xfrm>
          <a:prstGeom prst="rect">
            <a:avLst/>
          </a:prstGeom>
          <a:solidFill>
            <a:srgbClr val="FFA500"/>
          </a:solidFill>
          <a:ln w="12700">
            <a:solidFill>
              <a:srgbClr val="FFA500"/>
            </a:solidFill>
            <a:prstDash val="solid"/>
          </a:ln>
        </p:spPr>
      </p:sp>
      <p:sp>
        <p:nvSpPr>
          <p:cNvPr id="62" name="Shape 60"/>
          <p:cNvSpPr/>
          <p:nvPr/>
        </p:nvSpPr>
        <p:spPr>
          <a:xfrm>
            <a:off x="4533429" y="3219686"/>
            <a:ext cx="921715" cy="58189"/>
          </a:xfrm>
          <a:prstGeom prst="rect">
            <a:avLst/>
          </a:prstGeom>
          <a:solidFill>
            <a:srgbClr val="90EE90"/>
          </a:solidFill>
          <a:ln w="12700">
            <a:solidFill>
              <a:srgbClr val="90EE90"/>
            </a:solidFill>
            <a:prstDash val="solid"/>
          </a:ln>
        </p:spPr>
      </p:sp>
      <p:sp>
        <p:nvSpPr>
          <p:cNvPr id="63" name="Shape 61"/>
          <p:cNvSpPr/>
          <p:nvPr/>
        </p:nvSpPr>
        <p:spPr>
          <a:xfrm>
            <a:off x="4533429" y="3291840"/>
            <a:ext cx="921715" cy="58189"/>
          </a:xfrm>
          <a:prstGeom prst="rect">
            <a:avLst/>
          </a:prstGeom>
          <a:solidFill>
            <a:srgbClr val="FF6B6B"/>
          </a:solidFill>
          <a:ln w="12700">
            <a:solidFill>
              <a:srgbClr val="FF6B6B"/>
            </a:solidFill>
            <a:prstDash val="solid"/>
          </a:ln>
        </p:spPr>
      </p:sp>
      <p:sp>
        <p:nvSpPr>
          <p:cNvPr id="64" name="Shape 62"/>
          <p:cNvSpPr/>
          <p:nvPr/>
        </p:nvSpPr>
        <p:spPr>
          <a:xfrm>
            <a:off x="4533429" y="3363994"/>
            <a:ext cx="921715" cy="58189"/>
          </a:xfrm>
          <a:prstGeom prst="rect">
            <a:avLst/>
          </a:prstGeom>
          <a:solidFill>
            <a:srgbClr val="7FB2E5"/>
          </a:solidFill>
          <a:ln w="12700">
            <a:solidFill>
              <a:srgbClr val="7FB2E5"/>
            </a:solidFill>
            <a:prstDash val="solid"/>
          </a:ln>
        </p:spPr>
      </p:sp>
      <p:sp>
        <p:nvSpPr>
          <p:cNvPr id="65" name="Shape 63"/>
          <p:cNvSpPr/>
          <p:nvPr/>
        </p:nvSpPr>
        <p:spPr>
          <a:xfrm>
            <a:off x="4533429" y="3436149"/>
            <a:ext cx="921715" cy="58189"/>
          </a:xfrm>
          <a:prstGeom prst="rect">
            <a:avLst/>
          </a:prstGeom>
          <a:solidFill>
            <a:srgbClr val="B0B0B0"/>
          </a:solidFill>
          <a:ln w="12700">
            <a:solidFill>
              <a:srgbClr val="B0B0B0"/>
            </a:solidFill>
            <a:prstDash val="solid"/>
          </a:ln>
        </p:spPr>
      </p:sp>
      <p:sp>
        <p:nvSpPr>
          <p:cNvPr id="66" name="Shape 64"/>
          <p:cNvSpPr/>
          <p:nvPr/>
        </p:nvSpPr>
        <p:spPr>
          <a:xfrm>
            <a:off x="5506351" y="1408841"/>
            <a:ext cx="139654" cy="139654"/>
          </a:xfrm>
          <a:prstGeom prst="rect">
            <a:avLst/>
          </a:prstGeom>
          <a:solidFill>
            <a:srgbClr val="F4F4F4"/>
          </a:solidFill>
          <a:ln w="12700">
            <a:solidFill>
              <a:srgbClr val="000000"/>
            </a:solidFill>
            <a:prstDash val="solid"/>
          </a:ln>
        </p:spPr>
      </p:sp>
      <p:sp>
        <p:nvSpPr>
          <p:cNvPr id="67" name="Text 65"/>
          <p:cNvSpPr txBox="1"/>
          <p:nvPr/>
        </p:nvSpPr>
        <p:spPr>
          <a:xfrm>
            <a:off x="5506351" y="1408841"/>
            <a:ext cx="139654" cy="139654"/>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a:t>
            </a:r>
            <a:endParaRPr lang="en-US" sz="600" dirty="0"/>
          </a:p>
        </p:txBody>
      </p:sp>
      <p:sp>
        <p:nvSpPr>
          <p:cNvPr id="68" name="Shape 66"/>
          <p:cNvSpPr/>
          <p:nvPr/>
        </p:nvSpPr>
        <p:spPr>
          <a:xfrm>
            <a:off x="5506351" y="1595046"/>
            <a:ext cx="139654" cy="111723"/>
          </a:xfrm>
          <a:prstGeom prst="rect">
            <a:avLst/>
          </a:prstGeom>
          <a:solidFill>
            <a:srgbClr val="96938F"/>
          </a:solidFill>
          <a:ln w="12700">
            <a:solidFill>
              <a:srgbClr val="96938F"/>
            </a:solidFill>
            <a:prstDash val="solid"/>
          </a:ln>
        </p:spPr>
      </p:sp>
      <p:sp>
        <p:nvSpPr>
          <p:cNvPr id="69" name="Text 67"/>
          <p:cNvSpPr txBox="1"/>
          <p:nvPr/>
        </p:nvSpPr>
        <p:spPr>
          <a:xfrm>
            <a:off x="5506351" y="1595046"/>
            <a:ext cx="139654" cy="111723"/>
          </a:xfrm>
          <a:prstGeom prst="rect">
            <a:avLst/>
          </a:prstGeom>
          <a:noFill/>
          <a:ln/>
        </p:spPr>
        <p:txBody>
          <a:bodyPr wrap="square" lIns="0" tIns="0" rIns="0" bIns="0" rtlCol="0" anchor="ctr"/>
          <a:lstStyle/>
          <a:p>
            <a:pPr algn="ctr" indent="0" marL="0">
              <a:buNone/>
            </a:pPr>
            <a:r>
              <a:rPr lang="en-US" sz="500" b="1" dirty="0">
                <a:solidFill>
                  <a:srgbClr val="FFFFFF"/>
                </a:solidFill>
                <a:latin typeface="Calibri" pitchFamily="34" charset="0"/>
                <a:ea typeface="Calibri" pitchFamily="34" charset="-122"/>
                <a:cs typeface="Calibri" pitchFamily="34" charset="-120"/>
              </a:rPr>
              <a:t>G1</a:t>
            </a:r>
            <a:endParaRPr lang="en-US" sz="500" dirty="0"/>
          </a:p>
        </p:txBody>
      </p:sp>
      <p:sp>
        <p:nvSpPr>
          <p:cNvPr id="70" name="Shape 68"/>
          <p:cNvSpPr/>
          <p:nvPr/>
        </p:nvSpPr>
        <p:spPr>
          <a:xfrm>
            <a:off x="5506351" y="1734700"/>
            <a:ext cx="139654" cy="111723"/>
          </a:xfrm>
          <a:prstGeom prst="rect">
            <a:avLst/>
          </a:prstGeom>
          <a:solidFill>
            <a:srgbClr val="B9B4AE"/>
          </a:solidFill>
          <a:ln w="12700">
            <a:solidFill>
              <a:srgbClr val="B9B4AE"/>
            </a:solidFill>
            <a:prstDash val="solid"/>
          </a:ln>
        </p:spPr>
      </p:sp>
      <p:sp>
        <p:nvSpPr>
          <p:cNvPr id="71" name="Text 69"/>
          <p:cNvSpPr txBox="1"/>
          <p:nvPr/>
        </p:nvSpPr>
        <p:spPr>
          <a:xfrm>
            <a:off x="5506351" y="1734700"/>
            <a:ext cx="139654" cy="111723"/>
          </a:xfrm>
          <a:prstGeom prst="rect">
            <a:avLst/>
          </a:prstGeom>
          <a:noFill/>
          <a:ln/>
        </p:spPr>
        <p:txBody>
          <a:bodyPr wrap="square" lIns="0" tIns="0" rIns="0" bIns="0" rtlCol="0" anchor="ctr"/>
          <a:lstStyle/>
          <a:p>
            <a:pPr algn="ctr" indent="0" marL="0">
              <a:buNone/>
            </a:pPr>
            <a:r>
              <a:rPr lang="en-US" sz="500" b="1" dirty="0">
                <a:solidFill>
                  <a:srgbClr val="1E1E1C"/>
                </a:solidFill>
                <a:latin typeface="Calibri" pitchFamily="34" charset="0"/>
                <a:ea typeface="Calibri" pitchFamily="34" charset="-122"/>
                <a:cs typeface="Calibri" pitchFamily="34" charset="-120"/>
              </a:rPr>
              <a:t>G2</a:t>
            </a:r>
            <a:endParaRPr lang="en-US" sz="500" dirty="0"/>
          </a:p>
        </p:txBody>
      </p:sp>
      <p:sp>
        <p:nvSpPr>
          <p:cNvPr id="72" name="Shape 70"/>
          <p:cNvSpPr/>
          <p:nvPr/>
        </p:nvSpPr>
        <p:spPr>
          <a:xfrm>
            <a:off x="5506351" y="3373305"/>
            <a:ext cx="139654" cy="102413"/>
          </a:xfrm>
          <a:prstGeom prst="roundRect">
            <a:avLst>
              <a:gd name="adj" fmla="val 26786"/>
            </a:avLst>
          </a:prstGeom>
          <a:solidFill>
            <a:srgbClr val="DEDCD7"/>
          </a:solidFill>
          <a:ln w="6350">
            <a:solidFill>
              <a:srgbClr val="B5B2AB"/>
            </a:solidFill>
            <a:prstDash val="solid"/>
          </a:ln>
        </p:spPr>
      </p:sp>
      <p:sp>
        <p:nvSpPr>
          <p:cNvPr id="73" name="Text 71"/>
          <p:cNvSpPr txBox="1"/>
          <p:nvPr/>
        </p:nvSpPr>
        <p:spPr>
          <a:xfrm>
            <a:off x="5506351" y="3373305"/>
            <a:ext cx="139654" cy="102413"/>
          </a:xfrm>
          <a:prstGeom prst="rect">
            <a:avLst/>
          </a:prstGeom>
          <a:noFill/>
          <a:ln/>
        </p:spPr>
        <p:txBody>
          <a:bodyPr wrap="square" lIns="0" tIns="0" rIns="0" bIns="0" rtlCol="0" anchor="ctr"/>
          <a:lstStyle/>
          <a:p>
            <a:pPr algn="ctr" indent="0" marL="0">
              <a:buNone/>
            </a:pPr>
            <a:r>
              <a:rPr lang="en-US" sz="600" b="1" dirty="0">
                <a:solidFill>
                  <a:srgbClr val="1E1E1C"/>
                </a:solidFill>
                <a:latin typeface="Calibri" pitchFamily="34" charset="0"/>
                <a:ea typeface="Calibri" pitchFamily="34" charset="-122"/>
                <a:cs typeface="Calibri" pitchFamily="34" charset="-120"/>
              </a:rPr>
              <a:t>‹</a:t>
            </a:r>
            <a:endParaRPr lang="en-US" sz="600" dirty="0"/>
          </a:p>
        </p:txBody>
      </p:sp>
      <p:sp>
        <p:nvSpPr>
          <p:cNvPr id="74" name="Text 72"/>
          <p:cNvSpPr txBox="1"/>
          <p:nvPr/>
        </p:nvSpPr>
        <p:spPr>
          <a:xfrm>
            <a:off x="548640" y="3567823"/>
            <a:ext cx="5120640" cy="237744"/>
          </a:xfrm>
          <a:prstGeom prst="rect">
            <a:avLst/>
          </a:prstGeom>
          <a:noFill/>
          <a:ln/>
        </p:spPr>
        <p:txBody>
          <a:bodyPr wrap="square" lIns="0" tIns="0" rIns="0" bIns="0" rtlCol="0" anchor="ctr"/>
          <a:lstStyle/>
          <a:p>
            <a:pPr algn="ctr" indent="0" marL="0">
              <a:buNone/>
            </a:pPr>
            <a:r>
              <a:rPr lang="en-US" sz="950" dirty="0">
                <a:solidFill>
                  <a:srgbClr val="6B6862"/>
                </a:solidFill>
                <a:latin typeface="Courier New" pitchFamily="34" charset="0"/>
                <a:ea typeface="Courier New" pitchFamily="34" charset="-122"/>
                <a:cs typeface="Courier New" pitchFamily="34" charset="-120"/>
              </a:rPr>
              <a:t>rail: + tile, group tiles, chevron; 40 px wide</a:t>
            </a:r>
            <a:endParaRPr lang="en-US" sz="950" dirty="0"/>
          </a:p>
        </p:txBody>
      </p:sp>
      <p:sp>
        <p:nvSpPr>
          <p:cNvPr id="75" name="Shape 73"/>
          <p:cNvSpPr/>
          <p:nvPr/>
        </p:nvSpPr>
        <p:spPr>
          <a:xfrm>
            <a:off x="5713337" y="1355141"/>
            <a:ext cx="237744" cy="237744"/>
          </a:xfrm>
          <a:prstGeom prst="ellipse">
            <a:avLst/>
          </a:prstGeom>
          <a:solidFill>
            <a:srgbClr val="C2410C"/>
          </a:solidFill>
          <a:ln w="12700">
            <a:solidFill>
              <a:srgbClr val="C2410C"/>
            </a:solidFill>
            <a:prstDash val="solid"/>
          </a:ln>
        </p:spPr>
      </p:sp>
      <p:sp>
        <p:nvSpPr>
          <p:cNvPr id="76" name="Text 74"/>
          <p:cNvSpPr txBox="1"/>
          <p:nvPr/>
        </p:nvSpPr>
        <p:spPr>
          <a:xfrm>
            <a:off x="5713337" y="1355141"/>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7" name="Shape 75"/>
          <p:cNvSpPr/>
          <p:nvPr/>
        </p:nvSpPr>
        <p:spPr>
          <a:xfrm>
            <a:off x="5713337" y="1671689"/>
            <a:ext cx="237744" cy="237744"/>
          </a:xfrm>
          <a:prstGeom prst="ellipse">
            <a:avLst/>
          </a:prstGeom>
          <a:solidFill>
            <a:srgbClr val="C2410C"/>
          </a:solidFill>
          <a:ln w="12700">
            <a:solidFill>
              <a:srgbClr val="C2410C"/>
            </a:solidFill>
            <a:prstDash val="solid"/>
          </a:ln>
        </p:spPr>
      </p:sp>
      <p:sp>
        <p:nvSpPr>
          <p:cNvPr id="78" name="Text 76"/>
          <p:cNvSpPr txBox="1"/>
          <p:nvPr/>
        </p:nvSpPr>
        <p:spPr>
          <a:xfrm>
            <a:off x="5713337" y="1671689"/>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79" name="Shape 77"/>
          <p:cNvSpPr/>
          <p:nvPr/>
        </p:nvSpPr>
        <p:spPr>
          <a:xfrm>
            <a:off x="5713337" y="3300984"/>
            <a:ext cx="237744" cy="237744"/>
          </a:xfrm>
          <a:prstGeom prst="ellipse">
            <a:avLst/>
          </a:prstGeom>
          <a:solidFill>
            <a:srgbClr val="C2410C"/>
          </a:solidFill>
          <a:ln w="12700">
            <a:solidFill>
              <a:srgbClr val="C2410C"/>
            </a:solidFill>
            <a:prstDash val="solid"/>
          </a:ln>
        </p:spPr>
      </p:sp>
      <p:sp>
        <p:nvSpPr>
          <p:cNvPr id="80" name="Text 78"/>
          <p:cNvSpPr txBox="1"/>
          <p:nvPr/>
        </p:nvSpPr>
        <p:spPr>
          <a:xfrm>
            <a:off x="5713337" y="330098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81" name="Shape 79"/>
          <p:cNvSpPr/>
          <p:nvPr/>
        </p:nvSpPr>
        <p:spPr>
          <a:xfrm>
            <a:off x="6035040" y="1353312"/>
            <a:ext cx="256032" cy="256032"/>
          </a:xfrm>
          <a:prstGeom prst="ellipse">
            <a:avLst/>
          </a:prstGeom>
          <a:solidFill>
            <a:srgbClr val="C2410C"/>
          </a:solidFill>
          <a:ln w="12700">
            <a:solidFill>
              <a:srgbClr val="C2410C"/>
            </a:solidFill>
            <a:prstDash val="solid"/>
          </a:ln>
        </p:spPr>
      </p:sp>
      <p:sp>
        <p:nvSpPr>
          <p:cNvPr id="82" name="Text 80"/>
          <p:cNvSpPr txBox="1"/>
          <p:nvPr/>
        </p:nvSpPr>
        <p:spPr>
          <a:xfrm>
            <a:off x="6035040" y="135331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3" name="Text 81"/>
          <p:cNvSpPr txBox="1"/>
          <p:nvPr/>
        </p:nvSpPr>
        <p:spPr>
          <a:xfrm>
            <a:off x="6400800" y="132588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Create tile</a:t>
            </a:r>
            <a:endParaRPr lang="en-US" sz="1350" dirty="0"/>
          </a:p>
        </p:txBody>
      </p:sp>
      <p:sp>
        <p:nvSpPr>
          <p:cNvPr id="84" name="Text 82"/>
          <p:cNvSpPr txBox="1"/>
          <p:nvPr/>
        </p:nvSpPr>
        <p:spPr>
          <a:xfrm>
            <a:off x="6400800" y="160020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The Create Group button in a compact mode: 30 × 30, "+" label, same black border, same enabled state as the full button.</a:t>
            </a:r>
            <a:endParaRPr lang="en-US" sz="1100" dirty="0"/>
          </a:p>
        </p:txBody>
      </p:sp>
      <p:sp>
        <p:nvSpPr>
          <p:cNvPr id="85" name="Shape 83"/>
          <p:cNvSpPr/>
          <p:nvPr/>
        </p:nvSpPr>
        <p:spPr>
          <a:xfrm>
            <a:off x="6035040" y="2176272"/>
            <a:ext cx="256032" cy="256032"/>
          </a:xfrm>
          <a:prstGeom prst="ellipse">
            <a:avLst/>
          </a:prstGeom>
          <a:solidFill>
            <a:srgbClr val="C2410C"/>
          </a:solidFill>
          <a:ln w="12700">
            <a:solidFill>
              <a:srgbClr val="C2410C"/>
            </a:solidFill>
            <a:prstDash val="solid"/>
          </a:ln>
        </p:spPr>
      </p:sp>
      <p:sp>
        <p:nvSpPr>
          <p:cNvPr id="86" name="Text 84"/>
          <p:cNvSpPr txBox="1"/>
          <p:nvPr/>
        </p:nvSpPr>
        <p:spPr>
          <a:xfrm>
            <a:off x="6035040" y="21762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7" name="Text 85"/>
          <p:cNvSpPr txBox="1"/>
          <p:nvPr/>
        </p:nvSpPr>
        <p:spPr>
          <a:xfrm>
            <a:off x="6400800" y="214884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Group tiles</a:t>
            </a:r>
            <a:endParaRPr lang="en-US" sz="1350" dirty="0"/>
          </a:p>
        </p:txBody>
      </p:sp>
      <p:sp>
        <p:nvSpPr>
          <p:cNvPr id="88" name="Text 86"/>
          <p:cNvSpPr txBox="1"/>
          <p:nvPr/>
        </p:nvSpPr>
        <p:spPr>
          <a:xfrm>
            <a:off x="6400800" y="242316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One button per top-level tree item, rebuilt when the tree changes. Label G + index, or two letters of a custom name. Tooltip: full name and member count.</a:t>
            </a:r>
            <a:endParaRPr lang="en-US" sz="1100" dirty="0"/>
          </a:p>
        </p:txBody>
      </p:sp>
      <p:sp>
        <p:nvSpPr>
          <p:cNvPr id="89" name="Shape 87"/>
          <p:cNvSpPr/>
          <p:nvPr/>
        </p:nvSpPr>
        <p:spPr>
          <a:xfrm>
            <a:off x="6035040" y="2999232"/>
            <a:ext cx="256032" cy="256032"/>
          </a:xfrm>
          <a:prstGeom prst="ellipse">
            <a:avLst/>
          </a:prstGeom>
          <a:solidFill>
            <a:srgbClr val="C2410C"/>
          </a:solidFill>
          <a:ln w="12700">
            <a:solidFill>
              <a:srgbClr val="C2410C"/>
            </a:solidFill>
            <a:prstDash val="solid"/>
          </a:ln>
        </p:spPr>
      </p:sp>
      <p:sp>
        <p:nvSpPr>
          <p:cNvPr id="90" name="Text 88"/>
          <p:cNvSpPr txBox="1"/>
          <p:nvPr/>
        </p:nvSpPr>
        <p:spPr>
          <a:xfrm>
            <a:off x="6035040" y="29992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91" name="Text 89"/>
          <p:cNvSpPr txBox="1"/>
          <p:nvPr/>
        </p:nvSpPr>
        <p:spPr>
          <a:xfrm>
            <a:off x="6400800" y="297180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Chevron</a:t>
            </a:r>
            <a:endParaRPr lang="en-US" sz="1350" dirty="0"/>
          </a:p>
        </p:txBody>
      </p:sp>
      <p:sp>
        <p:nvSpPr>
          <p:cNvPr id="92" name="Text 90"/>
          <p:cNvSpPr txBox="1"/>
          <p:nvPr/>
        </p:nvSpPr>
        <p:spPr>
          <a:xfrm>
            <a:off x="6400800" y="324612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Bottom of the column in both states, so it never moves under the mouse. Flips › and ‹.</a:t>
            </a:r>
            <a:endParaRPr lang="en-US" sz="1100" dirty="0"/>
          </a:p>
        </p:txBody>
      </p:sp>
      <p:sp>
        <p:nvSpPr>
          <p:cNvPr id="93" name="Text 91"/>
          <p:cNvSpPr txBox="1"/>
          <p:nvPr/>
        </p:nvSpPr>
        <p:spPr>
          <a:xfrm>
            <a:off x="6400800" y="379476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Selection sync</a:t>
            </a:r>
            <a:endParaRPr lang="en-US" sz="1350" dirty="0"/>
          </a:p>
        </p:txBody>
      </p:sp>
      <p:sp>
        <p:nvSpPr>
          <p:cNvPr id="94" name="Text 92"/>
          <p:cNvSpPr txBox="1"/>
          <p:nvPr/>
        </p:nvSpPr>
        <p:spPr>
          <a:xfrm>
            <a:off x="6400800" y="406908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Tile highlight mirrors the tree's current item; clicking a tile calls the same select-and-scroll the tree uses.</a:t>
            </a:r>
            <a:endParaRPr lang="en-US" sz="1100" dirty="0"/>
          </a:p>
        </p:txBody>
      </p:sp>
      <p:sp>
        <p:nvSpPr>
          <p:cNvPr id="95" name="Text 93"/>
          <p:cNvSpPr txBox="1"/>
          <p:nvPr/>
        </p:nvSpPr>
        <p:spPr>
          <a:xfrm>
            <a:off x="6400800" y="461772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Overflow</a:t>
            </a:r>
            <a:endParaRPr lang="en-US" sz="1350" dirty="0"/>
          </a:p>
        </p:txBody>
      </p:sp>
      <p:sp>
        <p:nvSpPr>
          <p:cNvPr id="96" name="Text 94"/>
          <p:cNvSpPr txBox="1"/>
          <p:nvPr/>
        </p:nvSpPr>
        <p:spPr>
          <a:xfrm>
            <a:off x="6400800" y="489204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Rail scrolls; the chevron stays pinned at the bottom outside the scroll area.</a:t>
            </a:r>
            <a:endParaRPr lang="en-US" sz="1100" dirty="0"/>
          </a:p>
        </p:txBody>
      </p:sp>
      <p:sp>
        <p:nvSpPr>
          <p:cNvPr id="97" name="Text 95"/>
          <p:cNvSpPr txBox="1"/>
          <p:nvPr/>
        </p:nvSpPr>
        <p:spPr>
          <a:xfrm>
            <a:off x="6400800" y="5440680"/>
            <a:ext cx="5212080" cy="274320"/>
          </a:xfrm>
          <a:prstGeom prst="rect">
            <a:avLst/>
          </a:prstGeom>
          <a:noFill/>
          <a:ln/>
        </p:spPr>
        <p:txBody>
          <a:bodyPr wrap="square" lIns="0" tIns="0" rIns="0" bIns="0" rtlCol="0" anchor="ctr"/>
          <a:lstStyle/>
          <a:p>
            <a:pPr indent="0" marL="0">
              <a:buNone/>
            </a:pPr>
            <a:r>
              <a:rPr lang="en-US" sz="1350" b="1" dirty="0">
                <a:solidFill>
                  <a:srgbClr val="1E1E1C"/>
                </a:solidFill>
                <a:latin typeface="Calibri" pitchFamily="34" charset="0"/>
                <a:ea typeface="Calibri" pitchFamily="34" charset="-122"/>
                <a:cs typeface="Calibri" pitchFamily="34" charset="-120"/>
              </a:rPr>
              <a:t>Hebrew and persistence</a:t>
            </a:r>
            <a:endParaRPr lang="en-US" sz="1350" dirty="0"/>
          </a:p>
        </p:txBody>
      </p:sp>
      <p:sp>
        <p:nvSpPr>
          <p:cNvPr id="98" name="Text 96"/>
          <p:cNvSpPr txBox="1"/>
          <p:nvPr/>
        </p:nvSpPr>
        <p:spPr>
          <a:xfrm>
            <a:off x="6400800" y="5715000"/>
            <a:ext cx="5212080" cy="566928"/>
          </a:xfrm>
          <a:prstGeom prst="rect">
            <a:avLst/>
          </a:prstGeom>
          <a:noFill/>
          <a:ln/>
        </p:spPr>
        <p:txBody>
          <a:bodyPr wrap="square" lIns="0" tIns="0" rIns="0" bIns="0" rtlCol="0" anchor="t"/>
          <a:lstStyle/>
          <a:p>
            <a:pPr indent="0" marL="0">
              <a:buNone/>
            </a:pPr>
            <a:r>
              <a:rPr lang="en-US" sz="1100" dirty="0">
                <a:solidFill>
                  <a:srgbClr val="6B6862"/>
                </a:solidFill>
                <a:latin typeface="Calibri" pitchFamily="34" charset="0"/>
                <a:ea typeface="Calibri" pitchFamily="34" charset="-122"/>
                <a:cs typeface="Calibri" pitchFamily="34" charset="-120"/>
              </a:rPr>
              <a:t>Nothing to mirror except the chevron. GroupPanelRail: true | false in the settings file.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Chapter 3 · B3 icon rail</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21</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B3 · ASSESSMENT</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B3: still useful when collapsed, smallest gain</a:t>
            </a:r>
            <a:endParaRPr lang="en-US" sz="3200" dirty="0"/>
          </a:p>
        </p:txBody>
      </p:sp>
      <p:sp>
        <p:nvSpPr>
          <p:cNvPr id="6" name="Shape 4"/>
          <p:cNvSpPr/>
          <p:nvPr/>
        </p:nvSpPr>
        <p:spPr>
          <a:xfrm>
            <a:off x="548640" y="1371600"/>
            <a:ext cx="3566160" cy="4480560"/>
          </a:xfrm>
          <a:prstGeom prst="roundRect">
            <a:avLst>
              <a:gd name="adj" fmla="val 2051"/>
            </a:avLst>
          </a:prstGeom>
          <a:solidFill>
            <a:srgbClr val="EEF5F0"/>
          </a:solidFill>
          <a:ln w="9525">
            <a:solidFill>
              <a:srgbClr val="DCD9D2"/>
            </a:solidFill>
            <a:prstDash val="solid"/>
          </a:ln>
        </p:spPr>
      </p:sp>
      <p:sp>
        <p:nvSpPr>
          <p:cNvPr id="7" name="Text 5"/>
          <p:cNvSpPr txBox="1"/>
          <p:nvPr/>
        </p:nvSpPr>
        <p:spPr>
          <a:xfrm>
            <a:off x="777240" y="1508760"/>
            <a:ext cx="2743200" cy="320040"/>
          </a:xfrm>
          <a:prstGeom prst="rect">
            <a:avLst/>
          </a:prstGeom>
          <a:noFill/>
          <a:ln/>
        </p:spPr>
        <p:txBody>
          <a:bodyPr wrap="square" lIns="0" tIns="0" rIns="0" bIns="0" rtlCol="0" anchor="ctr"/>
          <a:lstStyle/>
          <a:p>
            <a:pPr indent="0" marL="0">
              <a:buNone/>
            </a:pPr>
            <a:r>
              <a:rPr lang="en-US" sz="1600" b="1" dirty="0">
                <a:solidFill>
                  <a:srgbClr val="2E7D4F"/>
                </a:solidFill>
                <a:latin typeface="Calibri" pitchFamily="34" charset="0"/>
                <a:ea typeface="Calibri" pitchFamily="34" charset="-122"/>
                <a:cs typeface="Calibri" pitchFamily="34" charset="-120"/>
              </a:rPr>
              <a:t>For</a:t>
            </a:r>
            <a:endParaRPr lang="en-US" sz="1600" dirty="0"/>
          </a:p>
        </p:txBody>
      </p:sp>
      <p:sp>
        <p:nvSpPr>
          <p:cNvPr id="8" name="Text 6"/>
          <p:cNvSpPr txBox="1"/>
          <p:nvPr/>
        </p:nvSpPr>
        <p:spPr>
          <a:xfrm>
            <a:off x="777240" y="192024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Collapsed is still functional: Create Group and every group one click away</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Control always visible, at the bottom where the mouse already goes</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Two states, no hover, works with touch and keyboard</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Nothing to mirror for Hebrew except the chevron</a:t>
            </a:r>
            <a:endParaRPr lang="en-US" sz="1250" dirty="0"/>
          </a:p>
        </p:txBody>
      </p:sp>
      <p:sp>
        <p:nvSpPr>
          <p:cNvPr id="9" name="Shape 7"/>
          <p:cNvSpPr/>
          <p:nvPr/>
        </p:nvSpPr>
        <p:spPr>
          <a:xfrm>
            <a:off x="4297680" y="1371600"/>
            <a:ext cx="3566160" cy="4480560"/>
          </a:xfrm>
          <a:prstGeom prst="roundRect">
            <a:avLst>
              <a:gd name="adj" fmla="val 2051"/>
            </a:avLst>
          </a:prstGeom>
          <a:solidFill>
            <a:srgbClr val="FBEFEC"/>
          </a:solidFill>
          <a:ln w="9525">
            <a:solidFill>
              <a:srgbClr val="DCD9D2"/>
            </a:solidFill>
            <a:prstDash val="solid"/>
          </a:ln>
        </p:spPr>
      </p:sp>
      <p:sp>
        <p:nvSpPr>
          <p:cNvPr id="10" name="Text 8"/>
          <p:cNvSpPr txBox="1"/>
          <p:nvPr/>
        </p:nvSpPr>
        <p:spPr>
          <a:xfrm>
            <a:off x="4526280" y="1508760"/>
            <a:ext cx="2743200" cy="320040"/>
          </a:xfrm>
          <a:prstGeom prst="rect">
            <a:avLst/>
          </a:prstGeom>
          <a:noFill/>
          <a:ln/>
        </p:spPr>
        <p:txBody>
          <a:bodyPr wrap="square" lIns="0" tIns="0" rIns="0" bIns="0" rtlCol="0" anchor="ctr"/>
          <a:lstStyle/>
          <a:p>
            <a:pPr indent="0" marL="0">
              <a:buNone/>
            </a:pPr>
            <a:r>
              <a:rPr lang="en-US" sz="1600" b="1" dirty="0">
                <a:solidFill>
                  <a:srgbClr val="B42318"/>
                </a:solidFill>
                <a:latin typeface="Calibri" pitchFamily="34" charset="0"/>
                <a:ea typeface="Calibri" pitchFamily="34" charset="-122"/>
                <a:cs typeface="Calibri" pitchFamily="34" charset="-120"/>
              </a:rPr>
              <a:t>Against</a:t>
            </a:r>
            <a:endParaRPr lang="en-US" sz="1600" dirty="0"/>
          </a:p>
        </p:txBody>
      </p:sp>
      <p:sp>
        <p:nvSpPr>
          <p:cNvPr id="11" name="Text 9"/>
          <p:cNvSpPr txBox="1"/>
          <p:nvPr/>
        </p:nvSpPr>
        <p:spPr>
          <a:xfrm>
            <a:off x="4526280" y="192024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Smallest gain: the rail keeps 40 px, canvas gains 100</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Tiles need short labels; renamed groups get abbreviated</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Many groups means a scrolling rail</a:t>
            </a:r>
            <a:endParaRPr lang="en-US" sz="1250" dirty="0"/>
          </a:p>
          <a:p>
            <a:pPr marL="342900" indent="-342900">
              <a:spcAft>
                <a:spcPts val="600"/>
              </a:spcAft>
              <a:buSzPct val="100000"/>
              <a:buChar char="•"/>
            </a:pPr>
            <a:r>
              <a:rPr lang="en-US" sz="1250" dirty="0">
                <a:solidFill>
                  <a:srgbClr val="1E1E1C"/>
                </a:solidFill>
                <a:latin typeface="Calibri" pitchFamily="34" charset="0"/>
                <a:ea typeface="Calibri" pitchFamily="34" charset="-122"/>
                <a:cs typeface="Calibri" pitchFamily="34" charset="-120"/>
              </a:rPr>
              <a:t>Most UI to build: tiles, selection sync, compact Create button</a:t>
            </a:r>
            <a:endParaRPr lang="en-US" sz="1250" dirty="0"/>
          </a:p>
        </p:txBody>
      </p:sp>
      <p:sp>
        <p:nvSpPr>
          <p:cNvPr id="12" name="Shape 10"/>
          <p:cNvSpPr/>
          <p:nvPr/>
        </p:nvSpPr>
        <p:spPr>
          <a:xfrm>
            <a:off x="8046720" y="1371600"/>
            <a:ext cx="3566160" cy="4480560"/>
          </a:xfrm>
          <a:prstGeom prst="roundRect">
            <a:avLst>
              <a:gd name="adj" fmla="val 2051"/>
            </a:avLst>
          </a:prstGeom>
          <a:solidFill>
            <a:srgbClr val="F3F2EF"/>
          </a:solidFill>
          <a:ln w="9525">
            <a:solidFill>
              <a:srgbClr val="DCD9D2"/>
            </a:solidFill>
            <a:prstDash val="solid"/>
          </a:ln>
        </p:spPr>
      </p:sp>
      <p:sp>
        <p:nvSpPr>
          <p:cNvPr id="13" name="Text 11"/>
          <p:cNvSpPr txBox="1"/>
          <p:nvPr/>
        </p:nvSpPr>
        <p:spPr>
          <a:xfrm>
            <a:off x="8275320" y="1508760"/>
            <a:ext cx="3200400" cy="32004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What it takes to build</a:t>
            </a:r>
            <a:endParaRPr lang="en-US" sz="1600" dirty="0"/>
          </a:p>
        </p:txBody>
      </p:sp>
      <p:sp>
        <p:nvSpPr>
          <p:cNvPr id="14" name="Text 12"/>
          <p:cNvSpPr txBox="1"/>
          <p:nvPr/>
        </p:nvSpPr>
        <p:spPr>
          <a:xfrm>
            <a:off x="8275320" y="1920240"/>
            <a:ext cx="3154680" cy="3840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Rail widget stacked with the tree; width animation 140 ↔ 40</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Compact mode for the Create Group button</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Tile list rebuilt on tree changes; selection sync both ways</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Chevron button pinned at the column bottom</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One setting, Ctrl+G, translations</a:t>
            </a:r>
            <a:endParaRPr lang="en-US" sz="1200" dirty="0"/>
          </a:p>
          <a:p>
            <a:pPr marL="342900" indent="-342900">
              <a:spcAft>
                <a:spcPts val="600"/>
              </a:spcAft>
              <a:buSzPct val="100000"/>
              <a:buChar char="•"/>
            </a:pPr>
            <a:r>
              <a:rPr lang="en-US" sz="1200" dirty="0">
                <a:solidFill>
                  <a:srgbClr val="1E1E1C"/>
                </a:solidFill>
                <a:latin typeface="Calibri" pitchFamily="34" charset="0"/>
                <a:ea typeface="Calibri" pitchFamily="34" charset="-122"/>
                <a:cs typeface="Calibri" pitchFamily="34" charset="-120"/>
              </a:rPr>
              <a:t>Effort: medium · Risk: low to medium</a:t>
            </a:r>
            <a:endParaRPr lang="en-US" sz="1200" dirty="0"/>
          </a:p>
        </p:txBody>
      </p:sp>
      <p:sp>
        <p:nvSpPr>
          <p:cNvPr id="15" name="Shape 13"/>
          <p:cNvSpPr/>
          <p:nvPr/>
        </p:nvSpPr>
        <p:spPr>
          <a:xfrm>
            <a:off x="548640" y="6035040"/>
            <a:ext cx="1463040" cy="256032"/>
          </a:xfrm>
          <a:prstGeom prst="roundRect">
            <a:avLst>
              <a:gd name="adj" fmla="val 50000"/>
            </a:avLst>
          </a:prstGeom>
          <a:solidFill>
            <a:srgbClr val="B7791F">
              <a:alpha val="18000"/>
            </a:srgbClr>
          </a:solidFill>
          <a:ln w="12700">
            <a:solidFill>
              <a:srgbClr val="B7791F"/>
            </a:solidFill>
            <a:prstDash val="solid"/>
          </a:ln>
        </p:spPr>
      </p:sp>
      <p:sp>
        <p:nvSpPr>
          <p:cNvPr id="16" name="Text 14"/>
          <p:cNvSpPr txBox="1"/>
          <p:nvPr/>
        </p:nvSpPr>
        <p:spPr>
          <a:xfrm>
            <a:off x="548640" y="6035040"/>
            <a:ext cx="1463040" cy="256032"/>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Canvas +100 px</a:t>
            </a:r>
            <a:endParaRPr lang="en-US" sz="1000" dirty="0"/>
          </a:p>
        </p:txBody>
      </p:sp>
      <p:sp>
        <p:nvSpPr>
          <p:cNvPr id="17" name="Shape 15"/>
          <p:cNvSpPr/>
          <p:nvPr/>
        </p:nvSpPr>
        <p:spPr>
          <a:xfrm>
            <a:off x="2148840" y="6035040"/>
            <a:ext cx="1463040" cy="256032"/>
          </a:xfrm>
          <a:prstGeom prst="roundRect">
            <a:avLst>
              <a:gd name="adj" fmla="val 50000"/>
            </a:avLst>
          </a:prstGeom>
          <a:solidFill>
            <a:srgbClr val="2E7D4F">
              <a:alpha val="18000"/>
            </a:srgbClr>
          </a:solidFill>
          <a:ln w="12700">
            <a:solidFill>
              <a:srgbClr val="2E7D4F"/>
            </a:solidFill>
            <a:prstDash val="solid"/>
          </a:ln>
        </p:spPr>
      </p:sp>
      <p:sp>
        <p:nvSpPr>
          <p:cNvPr id="18" name="Text 16"/>
          <p:cNvSpPr txBox="1"/>
          <p:nvPr/>
        </p:nvSpPr>
        <p:spPr>
          <a:xfrm>
            <a:off x="2148840" y="6035040"/>
            <a:ext cx="1463040" cy="256032"/>
          </a:xfrm>
          <a:prstGeom prst="rect">
            <a:avLst/>
          </a:prstGeom>
          <a:noFill/>
          <a:ln/>
        </p:spPr>
        <p:txBody>
          <a:bodyPr wrap="square" lIns="0" tIns="0" rIns="0" bIns="0" rtlCol="0" anchor="ctr"/>
          <a:lstStyle/>
          <a:p>
            <a:pPr algn="ctr" indent="0" marL="0">
              <a:buNone/>
            </a:pPr>
            <a:r>
              <a:rPr lang="en-US" sz="1000" b="1" dirty="0">
                <a:solidFill>
                  <a:srgbClr val="2E7D4F"/>
                </a:solidFill>
                <a:latin typeface="Calibri" pitchFamily="34" charset="0"/>
                <a:ea typeface="Calibri" pitchFamily="34" charset="-122"/>
                <a:cs typeface="Calibri" pitchFamily="34" charset="-120"/>
              </a:rPr>
              <a:t>No hover needed</a:t>
            </a:r>
            <a:endParaRPr lang="en-US" sz="1000" dirty="0"/>
          </a:p>
        </p:txBody>
      </p:sp>
      <p:sp>
        <p:nvSpPr>
          <p:cNvPr id="19" name="Shape 17"/>
          <p:cNvSpPr/>
          <p:nvPr/>
        </p:nvSpPr>
        <p:spPr>
          <a:xfrm>
            <a:off x="3749040" y="6035040"/>
            <a:ext cx="1371600" cy="256032"/>
          </a:xfrm>
          <a:prstGeom prst="roundRect">
            <a:avLst>
              <a:gd name="adj" fmla="val 50000"/>
            </a:avLst>
          </a:prstGeom>
          <a:solidFill>
            <a:srgbClr val="B7791F">
              <a:alpha val="18000"/>
            </a:srgbClr>
          </a:solidFill>
          <a:ln w="12700">
            <a:solidFill>
              <a:srgbClr val="B7791F"/>
            </a:solidFill>
            <a:prstDash val="solid"/>
          </a:ln>
        </p:spPr>
      </p:sp>
      <p:sp>
        <p:nvSpPr>
          <p:cNvPr id="20" name="Text 18"/>
          <p:cNvSpPr txBox="1"/>
          <p:nvPr/>
        </p:nvSpPr>
        <p:spPr>
          <a:xfrm>
            <a:off x="3749040" y="6035040"/>
            <a:ext cx="1371600" cy="256032"/>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Effort medium</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Comparison and recommendation</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22</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SIDE BY SIDE</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How the three compare</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011680"/>
                <a:gridCol w="3017520"/>
                <a:gridCol w="3017520"/>
                <a:gridCol w="3017520"/>
              </a:tblGrid>
              <a:tr h="457200">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3F2EF"/>
                    </a:solidFill>
                  </a:tcPr>
                </a:tc>
                <a:tc>
                  <a:txBody>
                    <a:bodyPr/>
                    <a:lstStyle/>
                    <a:p>
                      <a:pPr indent="0" marL="0">
                        <a:buNone/>
                      </a:pPr>
                      <a:r>
                        <a:rPr lang="en-US" sz="1100" b="1" dirty="0">
                          <a:solidFill>
                            <a:srgbClr val="6B6862"/>
                          </a:solidFill>
                          <a:latin typeface="Calibri" pitchFamily="34" charset="0"/>
                          <a:ea typeface="Calibri" pitchFamily="34" charset="-122"/>
                          <a:cs typeface="Calibri" pitchFamily="34" charset="-120"/>
                        </a:rPr>
                        <a:t>B1 · Pin + peek</a:t>
                      </a:r>
                      <a:endParaRPr lang="en-US" sz="110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3F2EF"/>
                    </a:solidFill>
                  </a:tcPr>
                </a:tc>
                <a:tc>
                  <a:txBody>
                    <a:bodyPr/>
                    <a:lstStyle/>
                    <a:p>
                      <a:pPr indent="0" marL="0">
                        <a:buNone/>
                      </a:pPr>
                      <a:r>
                        <a:rPr lang="en-US" sz="1100" b="1" dirty="0">
                          <a:solidFill>
                            <a:srgbClr val="6B6862"/>
                          </a:solidFill>
                          <a:latin typeface="Calibri" pitchFamily="34" charset="0"/>
                          <a:ea typeface="Calibri" pitchFamily="34" charset="-122"/>
                          <a:cs typeface="Calibri" pitchFamily="34" charset="-120"/>
                        </a:rPr>
                        <a:t>B2 · Divider tab</a:t>
                      </a:r>
                      <a:endParaRPr lang="en-US" sz="110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3F2EF"/>
                    </a:solidFill>
                  </a:tcPr>
                </a:tc>
                <a:tc>
                  <a:txBody>
                    <a:bodyPr/>
                    <a:lstStyle/>
                    <a:p>
                      <a:pPr indent="0" marL="0">
                        <a:buNone/>
                      </a:pPr>
                      <a:r>
                        <a:rPr lang="en-US" sz="1100" b="1" dirty="0">
                          <a:solidFill>
                            <a:srgbClr val="6B6862"/>
                          </a:solidFill>
                          <a:latin typeface="Calibri" pitchFamily="34" charset="0"/>
                          <a:ea typeface="Calibri" pitchFamily="34" charset="-122"/>
                          <a:cs typeface="Calibri" pitchFamily="34" charset="-120"/>
                        </a:rPr>
                        <a:t>B3 · Icon rail</a:t>
                      </a:r>
                      <a:endParaRPr lang="en-US" sz="110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solidFill>
                      <a:srgbClr val="F3F2EF"/>
                    </a:solidFill>
                  </a:tcPr>
                </a:tc>
              </a:tr>
              <a:tr h="457200">
                <a:tc>
                  <a:txBody>
                    <a:bodyPr/>
                    <a:lstStyle/>
                    <a:p>
                      <a:pPr indent="0" marL="0">
                        <a:buNone/>
                      </a:pPr>
                      <a:r>
                        <a:rPr lang="en-US" sz="1150" b="1" dirty="0">
                          <a:solidFill>
                            <a:srgbClr val="6B6862"/>
                          </a:solidFill>
                          <a:latin typeface="Calibri" pitchFamily="34" charset="0"/>
                          <a:ea typeface="Calibri" pitchFamily="34" charset="-122"/>
                          <a:cs typeface="Calibri" pitchFamily="34" charset="-120"/>
                        </a:rPr>
                        <a:t>Control</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Faint round pin, bottom far corner, brightens on hover</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Chevron tab at mid-height on a draggable divider</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Chevron button at the column bottom, always visible</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r>
              <a:tr h="457200">
                <a:tc>
                  <a:txBody>
                    <a:bodyPr/>
                    <a:lstStyle/>
                    <a:p>
                      <a:pPr indent="0" marL="0">
                        <a:buNone/>
                      </a:pPr>
                      <a:r>
                        <a:rPr lang="en-US" sz="1150" b="1" dirty="0">
                          <a:solidFill>
                            <a:srgbClr val="6B6862"/>
                          </a:solidFill>
                          <a:latin typeface="Calibri" pitchFamily="34" charset="0"/>
                          <a:ea typeface="Calibri" pitchFamily="34" charset="-122"/>
                          <a:cs typeface="Calibri" pitchFamily="34" charset="-120"/>
                        </a:rPr>
                        <a:t>States</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Pinned · Auto-hide · Peek</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Shown · Hidden (+ any width)</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Expanded · Rail</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r>
              <a:tr h="457200">
                <a:tc>
                  <a:txBody>
                    <a:bodyPr/>
                    <a:lstStyle/>
                    <a:p>
                      <a:pPr indent="0" marL="0">
                        <a:buNone/>
                      </a:pPr>
                      <a:r>
                        <a:rPr lang="en-US" sz="1150" b="1" dirty="0">
                          <a:solidFill>
                            <a:srgbClr val="6B6862"/>
                          </a:solidFill>
                          <a:latin typeface="Calibri" pitchFamily="34" charset="0"/>
                          <a:ea typeface="Calibri" pitchFamily="34" charset="-122"/>
                          <a:cs typeface="Calibri" pitchFamily="34" charset="-120"/>
                        </a:rPr>
                        <a:t>Discoverability</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b="1" dirty="0">
                          <a:solidFill>
                            <a:srgbClr val="B7791F"/>
                          </a:solidFill>
                          <a:latin typeface="Calibri" pitchFamily="34" charset="0"/>
                          <a:ea typeface="Calibri" pitchFamily="34" charset="-122"/>
                          <a:cs typeface="Calibri" pitchFamily="34" charset="-120"/>
                        </a:rPr>
                        <a:t>Low at first</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b="1" dirty="0">
                          <a:solidFill>
                            <a:srgbClr val="2E7D4F"/>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b="1" dirty="0">
                          <a:solidFill>
                            <a:srgbClr val="2E7D4F"/>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r>
              <a:tr h="457200">
                <a:tc>
                  <a:txBody>
                    <a:bodyPr/>
                    <a:lstStyle/>
                    <a:p>
                      <a:pPr indent="0" marL="0">
                        <a:buNone/>
                      </a:pPr>
                      <a:r>
                        <a:rPr lang="en-US" sz="1150" b="1" dirty="0">
                          <a:solidFill>
                            <a:srgbClr val="6B6862"/>
                          </a:solidFill>
                          <a:latin typeface="Calibri" pitchFamily="34" charset="0"/>
                          <a:ea typeface="Calibri" pitchFamily="34" charset="-122"/>
                          <a:cs typeface="Calibri" pitchFamily="34" charset="-120"/>
                        </a:rPr>
                        <a:t>Canvas gain, hidden</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+140 px</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+134 px</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+100 px</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r>
              <a:tr h="457200">
                <a:tc>
                  <a:txBody>
                    <a:bodyPr/>
                    <a:lstStyle/>
                    <a:p>
                      <a:pPr indent="0" marL="0">
                        <a:buNone/>
                      </a:pPr>
                      <a:r>
                        <a:rPr lang="en-US" sz="1150" b="1" dirty="0">
                          <a:solidFill>
                            <a:srgbClr val="6B6862"/>
                          </a:solidFill>
                          <a:latin typeface="Calibri" pitchFamily="34" charset="0"/>
                          <a:ea typeface="Calibri" pitchFamily="34" charset="-122"/>
                          <a:cs typeface="Calibri" pitchFamily="34" charset="-120"/>
                        </a:rPr>
                        <a:t>Groups reachable while hidden</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Yes, hover or click to peek</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No, expand first</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Yes, tiles stay clickable</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r>
              <a:tr h="457200">
                <a:tc>
                  <a:txBody>
                    <a:bodyPr/>
                    <a:lstStyle/>
                    <a:p>
                      <a:pPr indent="0" marL="0">
                        <a:buNone/>
                      </a:pPr>
                      <a:r>
                        <a:rPr lang="en-US" sz="1150" b="1" dirty="0">
                          <a:solidFill>
                            <a:srgbClr val="6B6862"/>
                          </a:solidFill>
                          <a:latin typeface="Calibri" pitchFamily="34" charset="0"/>
                          <a:ea typeface="Calibri" pitchFamily="34" charset="-122"/>
                          <a:cs typeface="Calibri" pitchFamily="34" charset="-120"/>
                        </a:rPr>
                        <a:t>Hover dependence</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b="1" dirty="0">
                          <a:solidFill>
                            <a:srgbClr val="B42318"/>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b="1" dirty="0">
                          <a:solidFill>
                            <a:srgbClr val="2E7D4F"/>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b="1" dirty="0">
                          <a:solidFill>
                            <a:srgbClr val="2E7D4F"/>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r>
              <a:tr h="457200">
                <a:tc>
                  <a:txBody>
                    <a:bodyPr/>
                    <a:lstStyle/>
                    <a:p>
                      <a:pPr indent="0" marL="0">
                        <a:buNone/>
                      </a:pPr>
                      <a:r>
                        <a:rPr lang="en-US" sz="1150" b="1" dirty="0">
                          <a:solidFill>
                            <a:srgbClr val="6B6862"/>
                          </a:solidFill>
                          <a:latin typeface="Calibri" pitchFamily="34" charset="0"/>
                          <a:ea typeface="Calibri" pitchFamily="34" charset="-122"/>
                          <a:cs typeface="Calibri" pitchFamily="34" charset="-120"/>
                        </a:rPr>
                        <a:t>Extra benefit</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Panel out of the way but one hover away</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Resizable group tree</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Create and select without expanding</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r>
              <a:tr h="457200">
                <a:tc>
                  <a:txBody>
                    <a:bodyPr/>
                    <a:lstStyle/>
                    <a:p>
                      <a:pPr indent="0" marL="0">
                        <a:buNone/>
                      </a:pPr>
                      <a:r>
                        <a:rPr lang="en-US" sz="1150" b="1" dirty="0">
                          <a:solidFill>
                            <a:srgbClr val="6B6862"/>
                          </a:solidFill>
                          <a:latin typeface="Calibri" pitchFamily="34" charset="0"/>
                          <a:ea typeface="Calibri" pitchFamily="34" charset="-122"/>
                          <a:cs typeface="Calibri" pitchFamily="34" charset="-120"/>
                        </a:rPr>
                        <a:t>Hebrew</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Mirror pin, strip, slide direction</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Mirror chevron</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dirty="0">
                          <a:solidFill>
                            <a:srgbClr val="1E1E1C"/>
                          </a:solidFill>
                          <a:latin typeface="Calibri" pitchFamily="34" charset="0"/>
                          <a:ea typeface="Calibri" pitchFamily="34" charset="-122"/>
                          <a:cs typeface="Calibri" pitchFamily="34" charset="-120"/>
                        </a:rPr>
                        <a:t>Mirror chevron</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r>
              <a:tr h="457200">
                <a:tc>
                  <a:txBody>
                    <a:bodyPr/>
                    <a:lstStyle/>
                    <a:p>
                      <a:pPr indent="0" marL="0">
                        <a:buNone/>
                      </a:pPr>
                      <a:r>
                        <a:rPr lang="en-US" sz="1150" b="1" dirty="0">
                          <a:solidFill>
                            <a:srgbClr val="6B6862"/>
                          </a:solidFill>
                          <a:latin typeface="Calibri" pitchFamily="34" charset="0"/>
                          <a:ea typeface="Calibri" pitchFamily="34" charset="-122"/>
                          <a:cs typeface="Calibri" pitchFamily="34" charset="-120"/>
                        </a:rPr>
                        <a:t>Effort / risk</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b="1" dirty="0">
                          <a:solidFill>
                            <a:srgbClr val="B7791F"/>
                          </a:solidFill>
                          <a:latin typeface="Calibri" pitchFamily="34" charset="0"/>
                          <a:ea typeface="Calibri" pitchFamily="34" charset="-122"/>
                          <a:cs typeface="Calibri" pitchFamily="34" charset="-120"/>
                        </a:rPr>
                        <a:t>Medium / medium</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b="1" dirty="0">
                          <a:solidFill>
                            <a:srgbClr val="2E7D4F"/>
                          </a:solidFill>
                          <a:latin typeface="Calibri" pitchFamily="34" charset="0"/>
                          <a:ea typeface="Calibri" pitchFamily="34" charset="-122"/>
                          <a:cs typeface="Calibri" pitchFamily="34" charset="-120"/>
                        </a:rPr>
                        <a:t>Small / low</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c>
                  <a:txBody>
                    <a:bodyPr/>
                    <a:lstStyle/>
                    <a:p>
                      <a:pPr indent="0" marL="0">
                        <a:buNone/>
                      </a:pPr>
                      <a:r>
                        <a:rPr lang="en-US" sz="1150" b="1" dirty="0">
                          <a:solidFill>
                            <a:srgbClr val="B7791F"/>
                          </a:solidFill>
                          <a:latin typeface="Calibri" pitchFamily="34" charset="0"/>
                          <a:ea typeface="Calibri" pitchFamily="34" charset="-122"/>
                          <a:cs typeface="Calibri" pitchFamily="34" charset="-120"/>
                        </a:rPr>
                        <a:t>Medium / low-medium</a:t>
                      </a:r>
                      <a:endParaRPr lang="en-US" sz="1150" dirty="0">
                        <a:latin typeface="Calibri" charset="0"/>
                        <a:ea typeface="Calibri" charset="0"/>
                        <a:cs typeface="Calibri" charset="0"/>
                      </a:endParaRPr>
                    </a:p>
                  </a:txBody>
                  <a:tcPr marL="73152" marR="73152" marT="73152" marB="73152" anchor="ctr">
                    <a:lnL w="9525" cap="flat" cmpd="sng" algn="ctr">
                      <a:solidFill>
                        <a:srgbClr val="DCD9D2"/>
                      </a:solidFill>
                      <a:prstDash val="solid"/>
                      <a:round/>
                      <a:headEnd type="none" w="med" len="med"/>
                      <a:tailEnd type="none" w="med" len="med"/>
                    </a:lnL>
                    <a:lnR w="9525" cap="flat" cmpd="sng" algn="ctr">
                      <a:solidFill>
                        <a:srgbClr val="DCD9D2"/>
                      </a:solidFill>
                      <a:prstDash val="solid"/>
                      <a:round/>
                      <a:headEnd type="none" w="med" len="med"/>
                      <a:tailEnd type="none" w="med" len="med"/>
                    </a:lnR>
                    <a:lnT w="9525" cap="flat" cmpd="sng" algn="ctr">
                      <a:solidFill>
                        <a:srgbClr val="DCD9D2"/>
                      </a:solidFill>
                      <a:prstDash val="solid"/>
                      <a:round/>
                      <a:headEnd type="none" w="med" len="med"/>
                      <a:tailEnd type="none" w="med" len="med"/>
                    </a:lnT>
                    <a:lnB w="9525" cap="flat" cmpd="sng" algn="ctr">
                      <a:solidFill>
                        <a:srgbClr val="DCD9D2"/>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900" dirty="0">
                <a:solidFill>
                  <a:srgbClr val="6B6862"/>
                </a:solidFill>
                <a:latin typeface="Calibri" pitchFamily="34" charset="0"/>
                <a:ea typeface="Calibri" pitchFamily="34" charset="-122"/>
                <a:cs typeface="Calibri" pitchFamily="34" charset="-120"/>
              </a:rPr>
              <a:t>Comparison and recommendation</a:t>
            </a:r>
            <a:endParaRPr lang="en-US" sz="900" dirty="0"/>
          </a:p>
        </p:txBody>
      </p:sp>
      <p:sp>
        <p:nvSpPr>
          <p:cNvPr id="3" name="Text 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23</a:t>
            </a:r>
            <a:endParaRPr lang="en-US" sz="900" dirty="0"/>
          </a:p>
        </p:txBody>
      </p:sp>
      <p:sp>
        <p:nvSpPr>
          <p:cNvPr id="4" name="Text 2"/>
          <p:cNvSpPr txBox="1"/>
          <p:nvPr/>
        </p:nvSpPr>
        <p:spPr>
          <a:xfrm>
            <a:off x="548640" y="164592"/>
            <a:ext cx="7315200" cy="228600"/>
          </a:xfrm>
          <a:prstGeom prst="rect">
            <a:avLst/>
          </a:prstGeom>
          <a:noFill/>
          <a:ln/>
        </p:spPr>
        <p:txBody>
          <a:bodyPr wrap="square" lIns="0" tIns="0" rIns="0" bIns="0" rtlCol="0" anchor="ctr"/>
          <a:lstStyle/>
          <a:p>
            <a:pPr indent="0" marL="0">
              <a:buNone/>
            </a:pPr>
            <a:r>
              <a:rPr lang="en-US" sz="1000" b="1" spc="300" kern="0" dirty="0">
                <a:solidFill>
                  <a:srgbClr val="A34D92"/>
                </a:solidFill>
                <a:latin typeface="Calibri" pitchFamily="34" charset="0"/>
                <a:ea typeface="Calibri" pitchFamily="34" charset="-122"/>
                <a:cs typeface="Calibri" pitchFamily="34" charset="-120"/>
              </a:rPr>
              <a:t>RECOMMENDATION</a:t>
            </a:r>
            <a:endParaRPr lang="en-US" sz="1000" dirty="0"/>
          </a:p>
        </p:txBody>
      </p:sp>
      <p:sp>
        <p:nvSpPr>
          <p:cNvPr id="5" name="Text 3"/>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200" b="1" dirty="0">
                <a:solidFill>
                  <a:srgbClr val="1E1E1C"/>
                </a:solidFill>
                <a:latin typeface="Cambria" pitchFamily="34" charset="0"/>
                <a:ea typeface="Cambria" pitchFamily="34" charset="-122"/>
                <a:cs typeface="Cambria" pitchFamily="34" charset="-120"/>
              </a:rPr>
              <a:t>Pick B2 now; B1 can sit on top of it later</a:t>
            </a:r>
            <a:endParaRPr lang="en-US" sz="3200" dirty="0"/>
          </a:p>
        </p:txBody>
      </p:sp>
      <p:sp>
        <p:nvSpPr>
          <p:cNvPr id="6" name="Shape 4"/>
          <p:cNvSpPr/>
          <p:nvPr/>
        </p:nvSpPr>
        <p:spPr>
          <a:xfrm>
            <a:off x="548640" y="1371600"/>
            <a:ext cx="11064240" cy="1325880"/>
          </a:xfrm>
          <a:prstGeom prst="roundRect">
            <a:avLst>
              <a:gd name="adj" fmla="val 5517"/>
            </a:avLst>
          </a:prstGeom>
          <a:solidFill>
            <a:srgbClr val="F3F2EF"/>
          </a:solidFill>
          <a:ln w="9525">
            <a:solidFill>
              <a:srgbClr val="DCD9D2"/>
            </a:solidFill>
            <a:prstDash val="solid"/>
          </a:ln>
        </p:spPr>
      </p:sp>
      <p:sp>
        <p:nvSpPr>
          <p:cNvPr id="7" name="Text 5"/>
          <p:cNvSpPr txBox="1"/>
          <p:nvPr/>
        </p:nvSpPr>
        <p:spPr>
          <a:xfrm>
            <a:off x="777240" y="1554480"/>
            <a:ext cx="1097280" cy="914400"/>
          </a:xfrm>
          <a:prstGeom prst="rect">
            <a:avLst/>
          </a:prstGeom>
          <a:noFill/>
          <a:ln/>
        </p:spPr>
        <p:txBody>
          <a:bodyPr wrap="square" lIns="0" tIns="0" rIns="0" bIns="0" rtlCol="0" anchor="ctr"/>
          <a:lstStyle/>
          <a:p>
            <a:pPr indent="0" marL="0">
              <a:buNone/>
            </a:pPr>
            <a:r>
              <a:rPr lang="en-US" sz="3600" b="1" dirty="0">
                <a:solidFill>
                  <a:srgbClr val="2E7D4F"/>
                </a:solidFill>
                <a:latin typeface="Cambria" pitchFamily="34" charset="0"/>
                <a:ea typeface="Cambria" pitchFamily="34" charset="-122"/>
                <a:cs typeface="Cambria" pitchFamily="34" charset="-120"/>
              </a:rPr>
              <a:t>B2</a:t>
            </a:r>
            <a:endParaRPr lang="en-US" sz="3600" dirty="0"/>
          </a:p>
        </p:txBody>
      </p:sp>
      <p:sp>
        <p:nvSpPr>
          <p:cNvPr id="8" name="Text 6"/>
          <p:cNvSpPr txBox="1"/>
          <p:nvPr/>
        </p:nvSpPr>
        <p:spPr>
          <a:xfrm>
            <a:off x="2011680" y="1554480"/>
            <a:ext cx="8686800" cy="32004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Build first</a:t>
            </a:r>
            <a:endParaRPr lang="en-US" sz="1600" dirty="0"/>
          </a:p>
        </p:txBody>
      </p:sp>
      <p:sp>
        <p:nvSpPr>
          <p:cNvPr id="9" name="Text 7"/>
          <p:cNvSpPr txBox="1"/>
          <p:nvPr/>
        </p:nvSpPr>
        <p:spPr>
          <a:xfrm>
            <a:off x="2011680" y="1920240"/>
            <a:ext cx="9326880" cy="73152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Cheapest and safest. Always visible, two states, and it turns the locked splitter into a real one, which also gives a resizable group tree. Nothing about it blocks adding B1 later.</a:t>
            </a:r>
            <a:endParaRPr lang="en-US" sz="1250" dirty="0"/>
          </a:p>
        </p:txBody>
      </p:sp>
      <p:sp>
        <p:nvSpPr>
          <p:cNvPr id="10" name="Shape 8"/>
          <p:cNvSpPr/>
          <p:nvPr/>
        </p:nvSpPr>
        <p:spPr>
          <a:xfrm>
            <a:off x="548640" y="2880360"/>
            <a:ext cx="11064240" cy="1325880"/>
          </a:xfrm>
          <a:prstGeom prst="roundRect">
            <a:avLst>
              <a:gd name="adj" fmla="val 5517"/>
            </a:avLst>
          </a:prstGeom>
          <a:solidFill>
            <a:srgbClr val="F3F2EF"/>
          </a:solidFill>
          <a:ln w="9525">
            <a:solidFill>
              <a:srgbClr val="DCD9D2"/>
            </a:solidFill>
            <a:prstDash val="solid"/>
          </a:ln>
        </p:spPr>
      </p:sp>
      <p:sp>
        <p:nvSpPr>
          <p:cNvPr id="11" name="Text 9"/>
          <p:cNvSpPr txBox="1"/>
          <p:nvPr/>
        </p:nvSpPr>
        <p:spPr>
          <a:xfrm>
            <a:off x="777240" y="3063240"/>
            <a:ext cx="1097280" cy="914400"/>
          </a:xfrm>
          <a:prstGeom prst="rect">
            <a:avLst/>
          </a:prstGeom>
          <a:noFill/>
          <a:ln/>
        </p:spPr>
        <p:txBody>
          <a:bodyPr wrap="square" lIns="0" tIns="0" rIns="0" bIns="0" rtlCol="0" anchor="ctr"/>
          <a:lstStyle/>
          <a:p>
            <a:pPr indent="0" marL="0">
              <a:buNone/>
            </a:pPr>
            <a:r>
              <a:rPr lang="en-US" sz="3600" b="1" dirty="0">
                <a:solidFill>
                  <a:srgbClr val="B7791F"/>
                </a:solidFill>
                <a:latin typeface="Cambria" pitchFamily="34" charset="0"/>
                <a:ea typeface="Cambria" pitchFamily="34" charset="-122"/>
                <a:cs typeface="Cambria" pitchFamily="34" charset="-120"/>
              </a:rPr>
              <a:t>B1</a:t>
            </a:r>
            <a:endParaRPr lang="en-US" sz="3600" dirty="0"/>
          </a:p>
        </p:txBody>
      </p:sp>
      <p:sp>
        <p:nvSpPr>
          <p:cNvPr id="12" name="Text 10"/>
          <p:cNvSpPr txBox="1"/>
          <p:nvPr/>
        </p:nvSpPr>
        <p:spPr>
          <a:xfrm>
            <a:off x="2011680" y="3063240"/>
            <a:ext cx="8686800" cy="32004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Add if wanted</a:t>
            </a:r>
            <a:endParaRPr lang="en-US" sz="1600" dirty="0"/>
          </a:p>
        </p:txBody>
      </p:sp>
      <p:sp>
        <p:nvSpPr>
          <p:cNvPr id="13" name="Text 11"/>
          <p:cNvSpPr txBox="1"/>
          <p:nvPr/>
        </p:nvSpPr>
        <p:spPr>
          <a:xfrm>
            <a:off x="2011680" y="3429000"/>
            <a:ext cx="9326880" cy="73152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Once B2 exists, the pin is an extra mode on the same collapsed state: pinned means B2's hidden, auto-hide means B2's hidden plus the peek overlay. The hover delay and click fallback are the parts to get right.</a:t>
            </a:r>
            <a:endParaRPr lang="en-US" sz="1250" dirty="0"/>
          </a:p>
        </p:txBody>
      </p:sp>
      <p:sp>
        <p:nvSpPr>
          <p:cNvPr id="14" name="Shape 12"/>
          <p:cNvSpPr/>
          <p:nvPr/>
        </p:nvSpPr>
        <p:spPr>
          <a:xfrm>
            <a:off x="548640" y="4389120"/>
            <a:ext cx="11064240" cy="1325880"/>
          </a:xfrm>
          <a:prstGeom prst="roundRect">
            <a:avLst>
              <a:gd name="adj" fmla="val 5517"/>
            </a:avLst>
          </a:prstGeom>
          <a:solidFill>
            <a:srgbClr val="F3F2EF"/>
          </a:solidFill>
          <a:ln w="9525">
            <a:solidFill>
              <a:srgbClr val="DCD9D2"/>
            </a:solidFill>
            <a:prstDash val="solid"/>
          </a:ln>
        </p:spPr>
      </p:sp>
      <p:sp>
        <p:nvSpPr>
          <p:cNvPr id="15" name="Text 13"/>
          <p:cNvSpPr txBox="1"/>
          <p:nvPr/>
        </p:nvSpPr>
        <p:spPr>
          <a:xfrm>
            <a:off x="777240" y="4572000"/>
            <a:ext cx="1097280" cy="914400"/>
          </a:xfrm>
          <a:prstGeom prst="rect">
            <a:avLst/>
          </a:prstGeom>
          <a:noFill/>
          <a:ln/>
        </p:spPr>
        <p:txBody>
          <a:bodyPr wrap="square" lIns="0" tIns="0" rIns="0" bIns="0" rtlCol="0" anchor="ctr"/>
          <a:lstStyle/>
          <a:p>
            <a:pPr indent="0" marL="0">
              <a:buNone/>
            </a:pPr>
            <a:r>
              <a:rPr lang="en-US" sz="3600" b="1" dirty="0">
                <a:solidFill>
                  <a:srgbClr val="6B6862"/>
                </a:solidFill>
                <a:latin typeface="Cambria" pitchFamily="34" charset="0"/>
                <a:ea typeface="Cambria" pitchFamily="34" charset="-122"/>
                <a:cs typeface="Cambria" pitchFamily="34" charset="-120"/>
              </a:rPr>
              <a:t>B3</a:t>
            </a:r>
            <a:endParaRPr lang="en-US" sz="3600" dirty="0"/>
          </a:p>
        </p:txBody>
      </p:sp>
      <p:sp>
        <p:nvSpPr>
          <p:cNvPr id="16" name="Text 14"/>
          <p:cNvSpPr txBox="1"/>
          <p:nvPr/>
        </p:nvSpPr>
        <p:spPr>
          <a:xfrm>
            <a:off x="2011680" y="4572000"/>
            <a:ext cx="8686800" cy="320040"/>
          </a:xfrm>
          <a:prstGeom prst="rect">
            <a:avLst/>
          </a:prstGeom>
          <a:noFill/>
          <a:ln/>
        </p:spPr>
        <p:txBody>
          <a:bodyPr wrap="square" lIns="0" tIns="0" rIns="0" bIns="0" rtlCol="0" anchor="ctr"/>
          <a:lstStyle/>
          <a:p>
            <a:pPr indent="0" marL="0">
              <a:buNone/>
            </a:pPr>
            <a:r>
              <a:rPr lang="en-US" sz="1600" b="1" dirty="0">
                <a:solidFill>
                  <a:srgbClr val="1E1E1C"/>
                </a:solidFill>
                <a:latin typeface="Calibri" pitchFamily="34" charset="0"/>
                <a:ea typeface="Calibri" pitchFamily="34" charset="-122"/>
                <a:cs typeface="Calibri" pitchFamily="34" charset="-120"/>
              </a:rPr>
              <a:t>Only if groups are used constantly</a:t>
            </a:r>
            <a:endParaRPr lang="en-US" sz="1600" dirty="0"/>
          </a:p>
        </p:txBody>
      </p:sp>
      <p:sp>
        <p:nvSpPr>
          <p:cNvPr id="17" name="Text 15"/>
          <p:cNvSpPr txBox="1"/>
          <p:nvPr/>
        </p:nvSpPr>
        <p:spPr>
          <a:xfrm>
            <a:off x="2011680" y="4937760"/>
            <a:ext cx="9326880" cy="731520"/>
          </a:xfrm>
          <a:prstGeom prst="rect">
            <a:avLst/>
          </a:prstGeom>
          <a:noFill/>
          <a:ln/>
        </p:spPr>
        <p:txBody>
          <a:bodyPr wrap="square" lIns="0" tIns="0" rIns="0" bIns="0" rtlCol="0" anchor="t"/>
          <a:lstStyle/>
          <a:p>
            <a:pPr indent="0" marL="0">
              <a:buNone/>
            </a:pPr>
            <a:r>
              <a:rPr lang="en-US" sz="1250" dirty="0">
                <a:solidFill>
                  <a:srgbClr val="6B6862"/>
                </a:solidFill>
                <a:latin typeface="Calibri" pitchFamily="34" charset="0"/>
                <a:ea typeface="Calibri" pitchFamily="34" charset="-122"/>
                <a:cs typeface="Calibri" pitchFamily="34" charset="-120"/>
              </a:rPr>
              <a:t>Choose this when the goal is a slimmer panel rather than a clear canvas. It does not combine well with the other two, because the rail replaces the hidden state.</a:t>
            </a:r>
            <a:endParaRPr lang="en-US" sz="1250" dirty="0"/>
          </a:p>
        </p:txBody>
      </p:sp>
      <p:sp>
        <p:nvSpPr>
          <p:cNvPr id="18" name="Text 16"/>
          <p:cNvSpPr txBox="1"/>
          <p:nvPr/>
        </p:nvSpPr>
        <p:spPr>
          <a:xfrm>
            <a:off x="548640" y="5943600"/>
            <a:ext cx="11064240" cy="457200"/>
          </a:xfrm>
          <a:prstGeom prst="rect">
            <a:avLst/>
          </a:prstGeom>
          <a:noFill/>
          <a:ln/>
        </p:spPr>
        <p:txBody>
          <a:bodyPr wrap="square" lIns="0" tIns="0" rIns="0" bIns="0" rtlCol="0" anchor="t"/>
          <a:lstStyle/>
          <a:p>
            <a:pPr indent="0" marL="0">
              <a:buNone/>
            </a:pPr>
            <a:r>
              <a:rPr lang="en-US" sz="1200" dirty="0">
                <a:solidFill>
                  <a:srgbClr val="6B6862"/>
                </a:solidFill>
                <a:latin typeface="Calibri" pitchFamily="34" charset="0"/>
                <a:ea typeface="Calibri" pitchFamily="34" charset="-122"/>
                <a:cs typeface="Calibri" pitchFamily="34" charset="-120"/>
              </a:rPr>
              <a:t>Next step: say which one, and the PyQt implementation goes on the same branch: layer_panel.py (inner splitter, widths), main_window.py (shortcut, settings line), group_layers.py (theme colors), translations.py (seven languages).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Panel Option B UX</dc:title>
  <dc:subject>PptxGenJS Presentation</dc:subject>
  <dc:creator>PptxGenJS</dc:creator>
  <cp:lastModifiedBy>PptxGenJS</cp:lastModifiedBy>
  <cp:revision>1</cp:revision>
  <dcterms:created xsi:type="dcterms:W3CDTF">2026-09-06T07:51:40Z</dcterms:created>
  <dcterms:modified xsi:type="dcterms:W3CDTF">2026-09-06T07:51:40Z</dcterms:modified>
</cp:coreProperties>
</file>